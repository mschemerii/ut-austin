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5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526" r:id="rId4"/>
    <p:sldId id="524" r:id="rId5"/>
    <p:sldId id="374" r:id="rId6"/>
    <p:sldId id="552" r:id="rId7"/>
    <p:sldId id="286" r:id="rId8"/>
    <p:sldId id="436" r:id="rId9"/>
    <p:sldId id="521" r:id="rId10"/>
    <p:sldId id="431" r:id="rId11"/>
    <p:sldId id="517" r:id="rId12"/>
    <p:sldId id="530" r:id="rId13"/>
    <p:sldId id="527" r:id="rId14"/>
    <p:sldId id="528" r:id="rId15"/>
    <p:sldId id="529" r:id="rId16"/>
    <p:sldId id="531" r:id="rId17"/>
    <p:sldId id="532" r:id="rId18"/>
    <p:sldId id="533" r:id="rId19"/>
    <p:sldId id="534" r:id="rId20"/>
    <p:sldId id="537" r:id="rId21"/>
    <p:sldId id="536" r:id="rId22"/>
    <p:sldId id="538" r:id="rId23"/>
    <p:sldId id="539" r:id="rId24"/>
    <p:sldId id="540" r:id="rId25"/>
    <p:sldId id="541" r:id="rId26"/>
    <p:sldId id="542" r:id="rId27"/>
    <p:sldId id="543" r:id="rId28"/>
    <p:sldId id="544" r:id="rId29"/>
    <p:sldId id="545" r:id="rId30"/>
    <p:sldId id="546" r:id="rId31"/>
    <p:sldId id="547" r:id="rId32"/>
    <p:sldId id="548" r:id="rId33"/>
    <p:sldId id="550" r:id="rId34"/>
    <p:sldId id="549" r:id="rId35"/>
    <p:sldId id="55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483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pos="44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hya V" initials="SV" lastIdx="1" clrIdx="0">
    <p:extLst>
      <p:ext uri="{19B8F6BF-5375-455C-9EA6-DF929625EA0E}">
        <p15:presenceInfo xmlns:p15="http://schemas.microsoft.com/office/powerpoint/2012/main" userId="Sandhya 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C5E0"/>
    <a:srgbClr val="AC93D1"/>
    <a:srgbClr val="DBFF01"/>
    <a:srgbClr val="9AC6FC"/>
    <a:srgbClr val="CFD7ED"/>
    <a:srgbClr val="464C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9" autoAdjust="0"/>
    <p:restoredTop sz="94000" autoAdjust="0"/>
  </p:normalViewPr>
  <p:slideViewPr>
    <p:cSldViewPr snapToGrid="0">
      <p:cViewPr varScale="1">
        <p:scale>
          <a:sx n="69" d="100"/>
          <a:sy n="69" d="100"/>
        </p:scale>
        <p:origin x="438" y="66"/>
      </p:cViewPr>
      <p:guideLst>
        <p:guide orient="horz" pos="482"/>
        <p:guide pos="325"/>
        <p:guide pos="483"/>
        <p:guide orient="horz" pos="935"/>
        <p:guide pos="4430"/>
      </p:guideLst>
    </p:cSldViewPr>
  </p:slideViewPr>
  <p:outlineViewPr>
    <p:cViewPr>
      <p:scale>
        <a:sx n="33" d="100"/>
        <a:sy n="33" d="100"/>
      </p:scale>
      <p:origin x="0" y="-370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160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AE5CDA-4EBC-2E4E-A8C1-D64464634936}" type="doc">
      <dgm:prSet loTypeId="urn:microsoft.com/office/officeart/2008/layout/VerticalCurvedList" loCatId="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D964DAF-D40E-C745-B245-DDAEEAEF1FAD}">
      <dgm:prSet phldrT="[Text]" custT="1"/>
      <dgm:spPr/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Adding new files</a:t>
          </a:r>
        </a:p>
      </dgm:t>
    </dgm:pt>
    <dgm:pt modelId="{5BC328D2-34D5-704F-A425-EA62A33327B3}" type="parTrans" cxnId="{6CEFA8DA-5110-9543-A609-5F755357BF08}">
      <dgm:prSet/>
      <dgm:spPr/>
      <dgm:t>
        <a:bodyPr/>
        <a:lstStyle/>
        <a:p>
          <a:endParaRPr lang="en-US"/>
        </a:p>
      </dgm:t>
    </dgm:pt>
    <dgm:pt modelId="{F821092D-9A8C-C94D-A5EE-4DE9778136A2}" type="sibTrans" cxnId="{6CEFA8DA-5110-9543-A609-5F755357BF08}">
      <dgm:prSet/>
      <dgm:spPr/>
      <dgm:t>
        <a:bodyPr/>
        <a:lstStyle/>
        <a:p>
          <a:endParaRPr lang="en-US"/>
        </a:p>
      </dgm:t>
    </dgm:pt>
    <dgm:pt modelId="{21E3652B-2F1D-D24F-8245-C1DC6EEF4880}">
      <dgm:prSet phldrT="[Text]" custT="1"/>
      <dgm:spPr/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Inserting data</a:t>
          </a:r>
        </a:p>
      </dgm:t>
    </dgm:pt>
    <dgm:pt modelId="{8471DD71-454B-3744-9FAF-29F276644D9B}" type="parTrans" cxnId="{F11D9E71-D523-8148-8ABC-00475AE5DB2B}">
      <dgm:prSet/>
      <dgm:spPr/>
      <dgm:t>
        <a:bodyPr/>
        <a:lstStyle/>
        <a:p>
          <a:endParaRPr lang="en-US"/>
        </a:p>
      </dgm:t>
    </dgm:pt>
    <dgm:pt modelId="{CD162C96-AE7F-494A-8C71-4A9A38DBF72A}" type="sibTrans" cxnId="{F11D9E71-D523-8148-8ABC-00475AE5DB2B}">
      <dgm:prSet/>
      <dgm:spPr/>
      <dgm:t>
        <a:bodyPr/>
        <a:lstStyle/>
        <a:p>
          <a:endParaRPr lang="en-US"/>
        </a:p>
      </dgm:t>
    </dgm:pt>
    <dgm:pt modelId="{9B2AB3A1-7AE8-3A43-8D8F-2504B5EC6D29}">
      <dgm:prSet phldrT="[Text]" custT="1"/>
      <dgm:spPr/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Retrieving data</a:t>
          </a:r>
        </a:p>
      </dgm:t>
    </dgm:pt>
    <dgm:pt modelId="{C75AACC0-F3D9-2346-B420-0DA03E37C561}" type="parTrans" cxnId="{47603AA7-6B8E-144B-BD39-F2361E1748B9}">
      <dgm:prSet/>
      <dgm:spPr/>
      <dgm:t>
        <a:bodyPr/>
        <a:lstStyle/>
        <a:p>
          <a:endParaRPr lang="en-US"/>
        </a:p>
      </dgm:t>
    </dgm:pt>
    <dgm:pt modelId="{C20D8AC9-2B3A-5A4C-BD27-A919A7A40083}" type="sibTrans" cxnId="{47603AA7-6B8E-144B-BD39-F2361E1748B9}">
      <dgm:prSet/>
      <dgm:spPr/>
      <dgm:t>
        <a:bodyPr/>
        <a:lstStyle/>
        <a:p>
          <a:endParaRPr lang="en-US"/>
        </a:p>
      </dgm:t>
    </dgm:pt>
    <dgm:pt modelId="{5C6BFBFD-0178-9E4A-938E-91F4534C9A99}">
      <dgm:prSet phldrT="[Text]" custT="1"/>
      <dgm:spPr/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Modifying data</a:t>
          </a:r>
        </a:p>
      </dgm:t>
    </dgm:pt>
    <dgm:pt modelId="{D4457D47-0B72-A24B-9537-E39845A7D6B5}" type="parTrans" cxnId="{03AC31CD-36AD-B748-ACB8-DD47E7DEA494}">
      <dgm:prSet/>
      <dgm:spPr/>
      <dgm:t>
        <a:bodyPr/>
        <a:lstStyle/>
        <a:p>
          <a:endParaRPr lang="en-US"/>
        </a:p>
      </dgm:t>
    </dgm:pt>
    <dgm:pt modelId="{43244CDA-38B8-924D-AF55-9B445F4DD6B3}" type="sibTrans" cxnId="{03AC31CD-36AD-B748-ACB8-DD47E7DEA494}">
      <dgm:prSet/>
      <dgm:spPr/>
      <dgm:t>
        <a:bodyPr/>
        <a:lstStyle/>
        <a:p>
          <a:endParaRPr lang="en-US"/>
        </a:p>
      </dgm:t>
    </dgm:pt>
    <dgm:pt modelId="{EE3B5A36-9FC5-6442-AC46-F5708CA98C8E}">
      <dgm:prSet phldrT="[Text]" custT="1"/>
      <dgm:spPr/>
      <dgm:t>
        <a:bodyPr/>
        <a:lstStyle/>
        <a:p>
          <a:r>
            <a:rPr lang="en-US" sz="2200" dirty="0">
              <a:latin typeface="Arial" panose="020B0604020202020204" pitchFamily="34" charset="0"/>
              <a:cs typeface="Arial" panose="020B0604020202020204" pitchFamily="34" charset="0"/>
            </a:rPr>
            <a:t>Removing data</a:t>
          </a:r>
        </a:p>
      </dgm:t>
    </dgm:pt>
    <dgm:pt modelId="{C5CFA3CE-F3D5-6440-A34A-0A9E47A4A09B}" type="parTrans" cxnId="{B88AD484-6F68-1943-8150-E8D73C3CF3E6}">
      <dgm:prSet/>
      <dgm:spPr/>
      <dgm:t>
        <a:bodyPr/>
        <a:lstStyle/>
        <a:p>
          <a:endParaRPr lang="en-US"/>
        </a:p>
      </dgm:t>
    </dgm:pt>
    <dgm:pt modelId="{4EB3E781-42A5-E440-B31E-EDA9EE16C494}" type="sibTrans" cxnId="{B88AD484-6F68-1943-8150-E8D73C3CF3E6}">
      <dgm:prSet/>
      <dgm:spPr/>
      <dgm:t>
        <a:bodyPr/>
        <a:lstStyle/>
        <a:p>
          <a:endParaRPr lang="en-US"/>
        </a:p>
      </dgm:t>
    </dgm:pt>
    <dgm:pt modelId="{EA54B756-F785-344A-A520-2104EEAEC2F0}">
      <dgm:prSet phldrT="[Text]" custT="1"/>
      <dgm:spPr/>
      <dgm:t>
        <a:bodyPr/>
        <a:lstStyle/>
        <a:p>
          <a:r>
            <a:rPr lang="en-US" sz="2200" dirty="0" smtClean="0">
              <a:latin typeface="Arial" panose="020B0604020202020204" pitchFamily="34" charset="0"/>
              <a:cs typeface="Arial" panose="020B0604020202020204" pitchFamily="34" charset="0"/>
            </a:rPr>
            <a:t>Removing files</a:t>
          </a:r>
          <a:endParaRPr lang="en-US" sz="2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4BD775-C96B-B548-A101-F3075BAF8E1D}" type="parTrans" cxnId="{C179358C-96FB-3045-94B0-E94FC54A7CA3}">
      <dgm:prSet/>
      <dgm:spPr/>
      <dgm:t>
        <a:bodyPr/>
        <a:lstStyle/>
        <a:p>
          <a:endParaRPr lang="en-US"/>
        </a:p>
      </dgm:t>
    </dgm:pt>
    <dgm:pt modelId="{167F17C4-DE17-8F4B-9ECE-86A185DECB93}" type="sibTrans" cxnId="{C179358C-96FB-3045-94B0-E94FC54A7CA3}">
      <dgm:prSet/>
      <dgm:spPr/>
      <dgm:t>
        <a:bodyPr/>
        <a:lstStyle/>
        <a:p>
          <a:endParaRPr lang="en-US"/>
        </a:p>
      </dgm:t>
    </dgm:pt>
    <dgm:pt modelId="{55C7941B-4EC6-CD44-84A4-9ACBA32D6D57}" type="pres">
      <dgm:prSet presAssocID="{9AAE5CDA-4EBC-2E4E-A8C1-D6446463493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F1689826-ACEB-4947-A635-0E60C2F2C729}" type="pres">
      <dgm:prSet presAssocID="{9AAE5CDA-4EBC-2E4E-A8C1-D64464634936}" presName="Name1" presStyleCnt="0"/>
      <dgm:spPr/>
      <dgm:t>
        <a:bodyPr/>
        <a:lstStyle/>
        <a:p>
          <a:endParaRPr lang="en-US"/>
        </a:p>
      </dgm:t>
    </dgm:pt>
    <dgm:pt modelId="{6F226964-1C5D-7246-8473-72F410F2346B}" type="pres">
      <dgm:prSet presAssocID="{9AAE5CDA-4EBC-2E4E-A8C1-D64464634936}" presName="cycle" presStyleCnt="0"/>
      <dgm:spPr/>
      <dgm:t>
        <a:bodyPr/>
        <a:lstStyle/>
        <a:p>
          <a:endParaRPr lang="en-US"/>
        </a:p>
      </dgm:t>
    </dgm:pt>
    <dgm:pt modelId="{8B8892B6-CE88-AA4C-8491-018C752B0148}" type="pres">
      <dgm:prSet presAssocID="{9AAE5CDA-4EBC-2E4E-A8C1-D64464634936}" presName="srcNode" presStyleLbl="node1" presStyleIdx="0" presStyleCnt="6"/>
      <dgm:spPr/>
      <dgm:t>
        <a:bodyPr/>
        <a:lstStyle/>
        <a:p>
          <a:endParaRPr lang="en-US"/>
        </a:p>
      </dgm:t>
    </dgm:pt>
    <dgm:pt modelId="{78DF7834-DAB7-0E4C-8952-0B1B047C860E}" type="pres">
      <dgm:prSet presAssocID="{9AAE5CDA-4EBC-2E4E-A8C1-D64464634936}" presName="conn" presStyleLbl="parChTrans1D2" presStyleIdx="0" presStyleCnt="1"/>
      <dgm:spPr/>
      <dgm:t>
        <a:bodyPr/>
        <a:lstStyle/>
        <a:p>
          <a:endParaRPr lang="en-US"/>
        </a:p>
      </dgm:t>
    </dgm:pt>
    <dgm:pt modelId="{B7C9A0EB-CC7D-A241-8EAD-9632C91B3866}" type="pres">
      <dgm:prSet presAssocID="{9AAE5CDA-4EBC-2E4E-A8C1-D64464634936}" presName="extraNode" presStyleLbl="node1" presStyleIdx="0" presStyleCnt="6"/>
      <dgm:spPr/>
      <dgm:t>
        <a:bodyPr/>
        <a:lstStyle/>
        <a:p>
          <a:endParaRPr lang="en-US"/>
        </a:p>
      </dgm:t>
    </dgm:pt>
    <dgm:pt modelId="{073C0729-88BF-E640-A83A-21DDE3413C48}" type="pres">
      <dgm:prSet presAssocID="{9AAE5CDA-4EBC-2E4E-A8C1-D64464634936}" presName="dstNode" presStyleLbl="node1" presStyleIdx="0" presStyleCnt="6"/>
      <dgm:spPr/>
      <dgm:t>
        <a:bodyPr/>
        <a:lstStyle/>
        <a:p>
          <a:endParaRPr lang="en-US"/>
        </a:p>
      </dgm:t>
    </dgm:pt>
    <dgm:pt modelId="{EE45C49C-B8D9-AE44-9B01-1884537E449D}" type="pres">
      <dgm:prSet presAssocID="{CD964DAF-D40E-C745-B245-DDAEEAEF1FAD}" presName="text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4C5930-52FD-914F-9F41-96FD4E252633}" type="pres">
      <dgm:prSet presAssocID="{CD964DAF-D40E-C745-B245-DDAEEAEF1FAD}" presName="accent_1" presStyleCnt="0"/>
      <dgm:spPr/>
      <dgm:t>
        <a:bodyPr/>
        <a:lstStyle/>
        <a:p>
          <a:endParaRPr lang="en-US"/>
        </a:p>
      </dgm:t>
    </dgm:pt>
    <dgm:pt modelId="{94EA01C1-9585-B84B-B19A-F2D2895CBCB3}" type="pres">
      <dgm:prSet presAssocID="{CD964DAF-D40E-C745-B245-DDAEEAEF1FAD}" presName="accentRepeatNode" presStyleLbl="solidFgAcc1" presStyleIdx="0" presStyleCnt="6"/>
      <dgm:spPr/>
      <dgm:t>
        <a:bodyPr/>
        <a:lstStyle/>
        <a:p>
          <a:endParaRPr lang="en-US"/>
        </a:p>
      </dgm:t>
    </dgm:pt>
    <dgm:pt modelId="{59070BC9-DDB2-B44C-9211-61686F91FCAA}" type="pres">
      <dgm:prSet presAssocID="{21E3652B-2F1D-D24F-8245-C1DC6EEF4880}" presName="text_2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D26813-C565-1547-ABE2-2DDC80476F25}" type="pres">
      <dgm:prSet presAssocID="{21E3652B-2F1D-D24F-8245-C1DC6EEF4880}" presName="accent_2" presStyleCnt="0"/>
      <dgm:spPr/>
      <dgm:t>
        <a:bodyPr/>
        <a:lstStyle/>
        <a:p>
          <a:endParaRPr lang="en-US"/>
        </a:p>
      </dgm:t>
    </dgm:pt>
    <dgm:pt modelId="{2123380A-81F9-1249-83E5-E903144C695A}" type="pres">
      <dgm:prSet presAssocID="{21E3652B-2F1D-D24F-8245-C1DC6EEF4880}" presName="accentRepeatNode" presStyleLbl="solidFgAcc1" presStyleIdx="1" presStyleCnt="6"/>
      <dgm:spPr/>
      <dgm:t>
        <a:bodyPr/>
        <a:lstStyle/>
        <a:p>
          <a:endParaRPr lang="en-US"/>
        </a:p>
      </dgm:t>
    </dgm:pt>
    <dgm:pt modelId="{5B44D763-E868-0B46-9C85-50F150170106}" type="pres">
      <dgm:prSet presAssocID="{9B2AB3A1-7AE8-3A43-8D8F-2504B5EC6D29}" presName="text_3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AA8C76-B187-4F41-8F35-1CB2A21B8F9E}" type="pres">
      <dgm:prSet presAssocID="{9B2AB3A1-7AE8-3A43-8D8F-2504B5EC6D29}" presName="accent_3" presStyleCnt="0"/>
      <dgm:spPr/>
      <dgm:t>
        <a:bodyPr/>
        <a:lstStyle/>
        <a:p>
          <a:endParaRPr lang="en-US"/>
        </a:p>
      </dgm:t>
    </dgm:pt>
    <dgm:pt modelId="{C3F94F83-8861-3547-B2CF-D97C2AE33725}" type="pres">
      <dgm:prSet presAssocID="{9B2AB3A1-7AE8-3A43-8D8F-2504B5EC6D29}" presName="accentRepeatNode" presStyleLbl="solidFgAcc1" presStyleIdx="2" presStyleCnt="6"/>
      <dgm:spPr/>
      <dgm:t>
        <a:bodyPr/>
        <a:lstStyle/>
        <a:p>
          <a:endParaRPr lang="en-US"/>
        </a:p>
      </dgm:t>
    </dgm:pt>
    <dgm:pt modelId="{5FB0215D-8D9F-0148-A73B-0A3E800AC882}" type="pres">
      <dgm:prSet presAssocID="{5C6BFBFD-0178-9E4A-938E-91F4534C9A99}" presName="text_4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DF62E2-53FA-5240-8A80-3BBE87F9242E}" type="pres">
      <dgm:prSet presAssocID="{5C6BFBFD-0178-9E4A-938E-91F4534C9A99}" presName="accent_4" presStyleCnt="0"/>
      <dgm:spPr/>
      <dgm:t>
        <a:bodyPr/>
        <a:lstStyle/>
        <a:p>
          <a:endParaRPr lang="en-US"/>
        </a:p>
      </dgm:t>
    </dgm:pt>
    <dgm:pt modelId="{FC58FBD9-09AF-C246-9FD5-0058B3663F68}" type="pres">
      <dgm:prSet presAssocID="{5C6BFBFD-0178-9E4A-938E-91F4534C9A99}" presName="accentRepeatNode" presStyleLbl="solidFgAcc1" presStyleIdx="3" presStyleCnt="6"/>
      <dgm:spPr/>
      <dgm:t>
        <a:bodyPr/>
        <a:lstStyle/>
        <a:p>
          <a:endParaRPr lang="en-US"/>
        </a:p>
      </dgm:t>
    </dgm:pt>
    <dgm:pt modelId="{8A3B91C7-C8FF-E445-B364-641BA422A71F}" type="pres">
      <dgm:prSet presAssocID="{EE3B5A36-9FC5-6442-AC46-F5708CA98C8E}" presName="text_5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FD2AD5-14A4-2D41-9CE6-6068D408979D}" type="pres">
      <dgm:prSet presAssocID="{EE3B5A36-9FC5-6442-AC46-F5708CA98C8E}" presName="accent_5" presStyleCnt="0"/>
      <dgm:spPr/>
      <dgm:t>
        <a:bodyPr/>
        <a:lstStyle/>
        <a:p>
          <a:endParaRPr lang="en-US"/>
        </a:p>
      </dgm:t>
    </dgm:pt>
    <dgm:pt modelId="{96E061BE-34DB-614F-820A-7C8352F75558}" type="pres">
      <dgm:prSet presAssocID="{EE3B5A36-9FC5-6442-AC46-F5708CA98C8E}" presName="accentRepeatNode" presStyleLbl="solidFgAcc1" presStyleIdx="4" presStyleCnt="6"/>
      <dgm:spPr/>
      <dgm:t>
        <a:bodyPr/>
        <a:lstStyle/>
        <a:p>
          <a:endParaRPr lang="en-US"/>
        </a:p>
      </dgm:t>
    </dgm:pt>
    <dgm:pt modelId="{9C3F3D36-C4E2-3948-8F3A-FE084A2E62F0}" type="pres">
      <dgm:prSet presAssocID="{EA54B756-F785-344A-A520-2104EEAEC2F0}" presName="text_6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067429-014B-2F4A-ACB8-2A1A03381E90}" type="pres">
      <dgm:prSet presAssocID="{EA54B756-F785-344A-A520-2104EEAEC2F0}" presName="accent_6" presStyleCnt="0"/>
      <dgm:spPr/>
      <dgm:t>
        <a:bodyPr/>
        <a:lstStyle/>
        <a:p>
          <a:endParaRPr lang="en-US"/>
        </a:p>
      </dgm:t>
    </dgm:pt>
    <dgm:pt modelId="{C1606F21-7193-2249-AA69-5295CCC7A1AB}" type="pres">
      <dgm:prSet presAssocID="{EA54B756-F785-344A-A520-2104EEAEC2F0}" presName="accentRepeatNode" presStyleLbl="solidFgAcc1" presStyleIdx="5" presStyleCnt="6"/>
      <dgm:spPr/>
      <dgm:t>
        <a:bodyPr/>
        <a:lstStyle/>
        <a:p>
          <a:endParaRPr lang="en-US"/>
        </a:p>
      </dgm:t>
    </dgm:pt>
  </dgm:ptLst>
  <dgm:cxnLst>
    <dgm:cxn modelId="{A561785C-1021-EC4D-A2DD-4B0CB5836ED8}" type="presOf" srcId="{5C6BFBFD-0178-9E4A-938E-91F4534C9A99}" destId="{5FB0215D-8D9F-0148-A73B-0A3E800AC882}" srcOrd="0" destOrd="0" presId="urn:microsoft.com/office/officeart/2008/layout/VerticalCurvedList"/>
    <dgm:cxn modelId="{6CEFA8DA-5110-9543-A609-5F755357BF08}" srcId="{9AAE5CDA-4EBC-2E4E-A8C1-D64464634936}" destId="{CD964DAF-D40E-C745-B245-DDAEEAEF1FAD}" srcOrd="0" destOrd="0" parTransId="{5BC328D2-34D5-704F-A425-EA62A33327B3}" sibTransId="{F821092D-9A8C-C94D-A5EE-4DE9778136A2}"/>
    <dgm:cxn modelId="{47603AA7-6B8E-144B-BD39-F2361E1748B9}" srcId="{9AAE5CDA-4EBC-2E4E-A8C1-D64464634936}" destId="{9B2AB3A1-7AE8-3A43-8D8F-2504B5EC6D29}" srcOrd="2" destOrd="0" parTransId="{C75AACC0-F3D9-2346-B420-0DA03E37C561}" sibTransId="{C20D8AC9-2B3A-5A4C-BD27-A919A7A40083}"/>
    <dgm:cxn modelId="{F11D9E71-D523-8148-8ABC-00475AE5DB2B}" srcId="{9AAE5CDA-4EBC-2E4E-A8C1-D64464634936}" destId="{21E3652B-2F1D-D24F-8245-C1DC6EEF4880}" srcOrd="1" destOrd="0" parTransId="{8471DD71-454B-3744-9FAF-29F276644D9B}" sibTransId="{CD162C96-AE7F-494A-8C71-4A9A38DBF72A}"/>
    <dgm:cxn modelId="{C179358C-96FB-3045-94B0-E94FC54A7CA3}" srcId="{9AAE5CDA-4EBC-2E4E-A8C1-D64464634936}" destId="{EA54B756-F785-344A-A520-2104EEAEC2F0}" srcOrd="5" destOrd="0" parTransId="{FB4BD775-C96B-B548-A101-F3075BAF8E1D}" sibTransId="{167F17C4-DE17-8F4B-9ECE-86A185DECB93}"/>
    <dgm:cxn modelId="{00B4A3C7-82E5-4149-B3CD-7A2AEDF2AE0C}" type="presOf" srcId="{F821092D-9A8C-C94D-A5EE-4DE9778136A2}" destId="{78DF7834-DAB7-0E4C-8952-0B1B047C860E}" srcOrd="0" destOrd="0" presId="urn:microsoft.com/office/officeart/2008/layout/VerticalCurvedList"/>
    <dgm:cxn modelId="{6A8D3BCB-2E58-604B-9302-D9555492F68F}" type="presOf" srcId="{9B2AB3A1-7AE8-3A43-8D8F-2504B5EC6D29}" destId="{5B44D763-E868-0B46-9C85-50F150170106}" srcOrd="0" destOrd="0" presId="urn:microsoft.com/office/officeart/2008/layout/VerticalCurvedList"/>
    <dgm:cxn modelId="{D6FD3B61-82D6-0641-A516-30EC120A690A}" type="presOf" srcId="{EE3B5A36-9FC5-6442-AC46-F5708CA98C8E}" destId="{8A3B91C7-C8FF-E445-B364-641BA422A71F}" srcOrd="0" destOrd="0" presId="urn:microsoft.com/office/officeart/2008/layout/VerticalCurvedList"/>
    <dgm:cxn modelId="{10B73086-17E9-BE4F-93EB-31E3970FD53A}" type="presOf" srcId="{21E3652B-2F1D-D24F-8245-C1DC6EEF4880}" destId="{59070BC9-DDB2-B44C-9211-61686F91FCAA}" srcOrd="0" destOrd="0" presId="urn:microsoft.com/office/officeart/2008/layout/VerticalCurvedList"/>
    <dgm:cxn modelId="{B88AD484-6F68-1943-8150-E8D73C3CF3E6}" srcId="{9AAE5CDA-4EBC-2E4E-A8C1-D64464634936}" destId="{EE3B5A36-9FC5-6442-AC46-F5708CA98C8E}" srcOrd="4" destOrd="0" parTransId="{C5CFA3CE-F3D5-6440-A34A-0A9E47A4A09B}" sibTransId="{4EB3E781-42A5-E440-B31E-EDA9EE16C494}"/>
    <dgm:cxn modelId="{9F855272-E1F1-FB4E-B4F2-347F5F69FF29}" type="presOf" srcId="{EA54B756-F785-344A-A520-2104EEAEC2F0}" destId="{9C3F3D36-C4E2-3948-8F3A-FE084A2E62F0}" srcOrd="0" destOrd="0" presId="urn:microsoft.com/office/officeart/2008/layout/VerticalCurvedList"/>
    <dgm:cxn modelId="{03AC31CD-36AD-B748-ACB8-DD47E7DEA494}" srcId="{9AAE5CDA-4EBC-2E4E-A8C1-D64464634936}" destId="{5C6BFBFD-0178-9E4A-938E-91F4534C9A99}" srcOrd="3" destOrd="0" parTransId="{D4457D47-0B72-A24B-9537-E39845A7D6B5}" sibTransId="{43244CDA-38B8-924D-AF55-9B445F4DD6B3}"/>
    <dgm:cxn modelId="{176F59C0-4208-C043-8640-848F55A628A7}" type="presOf" srcId="{9AAE5CDA-4EBC-2E4E-A8C1-D64464634936}" destId="{55C7941B-4EC6-CD44-84A4-9ACBA32D6D57}" srcOrd="0" destOrd="0" presId="urn:microsoft.com/office/officeart/2008/layout/VerticalCurvedList"/>
    <dgm:cxn modelId="{E33497B4-2A15-294B-8FDA-FC8DD6B04EC7}" type="presOf" srcId="{CD964DAF-D40E-C745-B245-DDAEEAEF1FAD}" destId="{EE45C49C-B8D9-AE44-9B01-1884537E449D}" srcOrd="0" destOrd="0" presId="urn:microsoft.com/office/officeart/2008/layout/VerticalCurvedList"/>
    <dgm:cxn modelId="{5906F40D-4EB4-8845-8549-E0708AAE5ED5}" type="presParOf" srcId="{55C7941B-4EC6-CD44-84A4-9ACBA32D6D57}" destId="{F1689826-ACEB-4947-A635-0E60C2F2C729}" srcOrd="0" destOrd="0" presId="urn:microsoft.com/office/officeart/2008/layout/VerticalCurvedList"/>
    <dgm:cxn modelId="{D3B7853F-9325-1B44-9089-E1E04DB9B629}" type="presParOf" srcId="{F1689826-ACEB-4947-A635-0E60C2F2C729}" destId="{6F226964-1C5D-7246-8473-72F410F2346B}" srcOrd="0" destOrd="0" presId="urn:microsoft.com/office/officeart/2008/layout/VerticalCurvedList"/>
    <dgm:cxn modelId="{3EE5245F-737A-A141-A966-13172E139068}" type="presParOf" srcId="{6F226964-1C5D-7246-8473-72F410F2346B}" destId="{8B8892B6-CE88-AA4C-8491-018C752B0148}" srcOrd="0" destOrd="0" presId="urn:microsoft.com/office/officeart/2008/layout/VerticalCurvedList"/>
    <dgm:cxn modelId="{FCF16853-81B6-BD42-9AEE-719A58653687}" type="presParOf" srcId="{6F226964-1C5D-7246-8473-72F410F2346B}" destId="{78DF7834-DAB7-0E4C-8952-0B1B047C860E}" srcOrd="1" destOrd="0" presId="urn:microsoft.com/office/officeart/2008/layout/VerticalCurvedList"/>
    <dgm:cxn modelId="{7F638C99-7A1E-444D-80DE-F39227D14D93}" type="presParOf" srcId="{6F226964-1C5D-7246-8473-72F410F2346B}" destId="{B7C9A0EB-CC7D-A241-8EAD-9632C91B3866}" srcOrd="2" destOrd="0" presId="urn:microsoft.com/office/officeart/2008/layout/VerticalCurvedList"/>
    <dgm:cxn modelId="{57AF6BDB-85EB-7844-AD92-8517073E0BF1}" type="presParOf" srcId="{6F226964-1C5D-7246-8473-72F410F2346B}" destId="{073C0729-88BF-E640-A83A-21DDE3413C48}" srcOrd="3" destOrd="0" presId="urn:microsoft.com/office/officeart/2008/layout/VerticalCurvedList"/>
    <dgm:cxn modelId="{5C6D289B-4DA0-9546-95B8-A0DF36F11277}" type="presParOf" srcId="{F1689826-ACEB-4947-A635-0E60C2F2C729}" destId="{EE45C49C-B8D9-AE44-9B01-1884537E449D}" srcOrd="1" destOrd="0" presId="urn:microsoft.com/office/officeart/2008/layout/VerticalCurvedList"/>
    <dgm:cxn modelId="{05C7DA82-7F03-8948-9FDE-C2EA6741A0FF}" type="presParOf" srcId="{F1689826-ACEB-4947-A635-0E60C2F2C729}" destId="{344C5930-52FD-914F-9F41-96FD4E252633}" srcOrd="2" destOrd="0" presId="urn:microsoft.com/office/officeart/2008/layout/VerticalCurvedList"/>
    <dgm:cxn modelId="{2F1804BB-7AEB-8143-BFBD-1803B58AB702}" type="presParOf" srcId="{344C5930-52FD-914F-9F41-96FD4E252633}" destId="{94EA01C1-9585-B84B-B19A-F2D2895CBCB3}" srcOrd="0" destOrd="0" presId="urn:microsoft.com/office/officeart/2008/layout/VerticalCurvedList"/>
    <dgm:cxn modelId="{F9F2524C-2B81-AC41-B1FD-C58C8D20ED47}" type="presParOf" srcId="{F1689826-ACEB-4947-A635-0E60C2F2C729}" destId="{59070BC9-DDB2-B44C-9211-61686F91FCAA}" srcOrd="3" destOrd="0" presId="urn:microsoft.com/office/officeart/2008/layout/VerticalCurvedList"/>
    <dgm:cxn modelId="{D9135637-06E7-D84D-BEDB-81681351D32F}" type="presParOf" srcId="{F1689826-ACEB-4947-A635-0E60C2F2C729}" destId="{97D26813-C565-1547-ABE2-2DDC80476F25}" srcOrd="4" destOrd="0" presId="urn:microsoft.com/office/officeart/2008/layout/VerticalCurvedList"/>
    <dgm:cxn modelId="{184ACA83-14F6-F640-939E-A9117101118C}" type="presParOf" srcId="{97D26813-C565-1547-ABE2-2DDC80476F25}" destId="{2123380A-81F9-1249-83E5-E903144C695A}" srcOrd="0" destOrd="0" presId="urn:microsoft.com/office/officeart/2008/layout/VerticalCurvedList"/>
    <dgm:cxn modelId="{139E3CC6-2354-F845-8E53-CFC32E1E7F6D}" type="presParOf" srcId="{F1689826-ACEB-4947-A635-0E60C2F2C729}" destId="{5B44D763-E868-0B46-9C85-50F150170106}" srcOrd="5" destOrd="0" presId="urn:microsoft.com/office/officeart/2008/layout/VerticalCurvedList"/>
    <dgm:cxn modelId="{040491B5-31AB-8947-95A7-552B8CA02205}" type="presParOf" srcId="{F1689826-ACEB-4947-A635-0E60C2F2C729}" destId="{0DAA8C76-B187-4F41-8F35-1CB2A21B8F9E}" srcOrd="6" destOrd="0" presId="urn:microsoft.com/office/officeart/2008/layout/VerticalCurvedList"/>
    <dgm:cxn modelId="{E8EE0D49-1570-5048-8F8C-995CBC6D6CA4}" type="presParOf" srcId="{0DAA8C76-B187-4F41-8F35-1CB2A21B8F9E}" destId="{C3F94F83-8861-3547-B2CF-D97C2AE33725}" srcOrd="0" destOrd="0" presId="urn:microsoft.com/office/officeart/2008/layout/VerticalCurvedList"/>
    <dgm:cxn modelId="{EA926802-6E0B-7245-B14D-50AAA9E4DB56}" type="presParOf" srcId="{F1689826-ACEB-4947-A635-0E60C2F2C729}" destId="{5FB0215D-8D9F-0148-A73B-0A3E800AC882}" srcOrd="7" destOrd="0" presId="urn:microsoft.com/office/officeart/2008/layout/VerticalCurvedList"/>
    <dgm:cxn modelId="{6D5B963C-1ED0-1B45-A52D-43716EAB1AB5}" type="presParOf" srcId="{F1689826-ACEB-4947-A635-0E60C2F2C729}" destId="{DEDF62E2-53FA-5240-8A80-3BBE87F9242E}" srcOrd="8" destOrd="0" presId="urn:microsoft.com/office/officeart/2008/layout/VerticalCurvedList"/>
    <dgm:cxn modelId="{F2F16C61-3EAB-CD41-B30F-3E72D3F58198}" type="presParOf" srcId="{DEDF62E2-53FA-5240-8A80-3BBE87F9242E}" destId="{FC58FBD9-09AF-C246-9FD5-0058B3663F68}" srcOrd="0" destOrd="0" presId="urn:microsoft.com/office/officeart/2008/layout/VerticalCurvedList"/>
    <dgm:cxn modelId="{70F40882-C3F6-0844-ABED-4C5152F94155}" type="presParOf" srcId="{F1689826-ACEB-4947-A635-0E60C2F2C729}" destId="{8A3B91C7-C8FF-E445-B364-641BA422A71F}" srcOrd="9" destOrd="0" presId="urn:microsoft.com/office/officeart/2008/layout/VerticalCurvedList"/>
    <dgm:cxn modelId="{16132EDF-FE7D-9C42-A4AB-3912CCA7951F}" type="presParOf" srcId="{F1689826-ACEB-4947-A635-0E60C2F2C729}" destId="{50FD2AD5-14A4-2D41-9CE6-6068D408979D}" srcOrd="10" destOrd="0" presId="urn:microsoft.com/office/officeart/2008/layout/VerticalCurvedList"/>
    <dgm:cxn modelId="{32D52EFC-091E-AB48-9E38-CF8C8CA0D9B0}" type="presParOf" srcId="{50FD2AD5-14A4-2D41-9CE6-6068D408979D}" destId="{96E061BE-34DB-614F-820A-7C8352F75558}" srcOrd="0" destOrd="0" presId="urn:microsoft.com/office/officeart/2008/layout/VerticalCurvedList"/>
    <dgm:cxn modelId="{CE06240D-B7A9-4A45-A2A7-600893034491}" type="presParOf" srcId="{F1689826-ACEB-4947-A635-0E60C2F2C729}" destId="{9C3F3D36-C4E2-3948-8F3A-FE084A2E62F0}" srcOrd="11" destOrd="0" presId="urn:microsoft.com/office/officeart/2008/layout/VerticalCurvedList"/>
    <dgm:cxn modelId="{573EE9A6-4F8A-6B43-8BC4-4707AD912FDB}" type="presParOf" srcId="{F1689826-ACEB-4947-A635-0E60C2F2C729}" destId="{4D067429-014B-2F4A-ACB8-2A1A03381E90}" srcOrd="12" destOrd="0" presId="urn:microsoft.com/office/officeart/2008/layout/VerticalCurvedList"/>
    <dgm:cxn modelId="{8917DEBF-6E57-8D49-8A69-62D51A071C4A}" type="presParOf" srcId="{4D067429-014B-2F4A-ACB8-2A1A03381E90}" destId="{C1606F21-7193-2249-AA69-5295CCC7A1A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011B6-8381-4BDB-91ED-1853DE80DA32}" type="doc">
      <dgm:prSet loTypeId="urn:microsoft.com/office/officeart/2005/8/layout/default#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4A8582B-BD5A-48C8-A94F-8676382C75BC}">
      <dgm:prSet phldrT="[Text]" custT="1"/>
      <dgm:spPr/>
      <dgm:t>
        <a:bodyPr/>
        <a:lstStyle/>
        <a:p>
          <a:pPr algn="l"/>
          <a:r>
            <a:rPr lang="en-US" sz="2000" dirty="0">
              <a:latin typeface="+mn-lt"/>
              <a:cs typeface="Arial" panose="020B0604020202020204" pitchFamily="34" charset="0"/>
            </a:rPr>
            <a:t>Every piece of information is stored in the form of tables</a:t>
          </a:r>
        </a:p>
      </dgm:t>
    </dgm:pt>
    <dgm:pt modelId="{DDB0CBF4-A244-45E6-8C17-E3A5339F4398}" type="parTrans" cxnId="{B692430B-4501-4079-8A6C-2DA7A33A8E7E}">
      <dgm:prSet/>
      <dgm:spPr/>
      <dgm:t>
        <a:bodyPr/>
        <a:lstStyle/>
        <a:p>
          <a:endParaRPr lang="en-US"/>
        </a:p>
      </dgm:t>
    </dgm:pt>
    <dgm:pt modelId="{F9ACC1CE-B978-41FA-8471-44FC27817C86}" type="sibTrans" cxnId="{B692430B-4501-4079-8A6C-2DA7A33A8E7E}">
      <dgm:prSet/>
      <dgm:spPr/>
      <dgm:t>
        <a:bodyPr/>
        <a:lstStyle/>
        <a:p>
          <a:endParaRPr lang="en-US"/>
        </a:p>
      </dgm:t>
    </dgm:pt>
    <dgm:pt modelId="{87344F58-23E8-4730-9F53-D3566C86DB07}">
      <dgm:prSet custT="1"/>
      <dgm:spPr/>
      <dgm:t>
        <a:bodyPr/>
        <a:lstStyle/>
        <a:p>
          <a:pPr algn="l"/>
          <a:r>
            <a:rPr lang="en-US" sz="2000" dirty="0">
              <a:latin typeface="+mn-lt"/>
              <a:cs typeface="Arial" panose="020B0604020202020204" pitchFamily="34" charset="0"/>
            </a:rPr>
            <a:t>Has primary keys for unique identification of rows</a:t>
          </a:r>
        </a:p>
      </dgm:t>
    </dgm:pt>
    <dgm:pt modelId="{27E91E12-6388-44A3-91EB-076799F860EF}" type="parTrans" cxnId="{0D5AF983-84CF-4720-B40F-65C9B8B1C58F}">
      <dgm:prSet/>
      <dgm:spPr/>
      <dgm:t>
        <a:bodyPr/>
        <a:lstStyle/>
        <a:p>
          <a:endParaRPr lang="en-US"/>
        </a:p>
      </dgm:t>
    </dgm:pt>
    <dgm:pt modelId="{0FFD898E-4FAD-4BFD-83EB-7E17A78A877D}" type="sibTrans" cxnId="{0D5AF983-84CF-4720-B40F-65C9B8B1C58F}">
      <dgm:prSet/>
      <dgm:spPr/>
      <dgm:t>
        <a:bodyPr/>
        <a:lstStyle/>
        <a:p>
          <a:endParaRPr lang="en-US"/>
        </a:p>
      </dgm:t>
    </dgm:pt>
    <dgm:pt modelId="{85114773-6057-4219-A32F-65058C75BD97}">
      <dgm:prSet custT="1"/>
      <dgm:spPr/>
      <dgm:t>
        <a:bodyPr/>
        <a:lstStyle/>
        <a:p>
          <a:pPr algn="l"/>
          <a:r>
            <a:rPr lang="en-US" sz="2000" dirty="0">
              <a:latin typeface="+mn-lt"/>
              <a:cs typeface="Arial" panose="020B0604020202020204" pitchFamily="34" charset="0"/>
            </a:rPr>
            <a:t>Has foreign keys to ensure data integrity</a:t>
          </a:r>
        </a:p>
      </dgm:t>
    </dgm:pt>
    <dgm:pt modelId="{F0DEE16A-CF20-424A-992A-E884DF6944CD}" type="parTrans" cxnId="{7D77BA1C-A2B6-472F-B3D8-3B41D7A943FE}">
      <dgm:prSet/>
      <dgm:spPr/>
      <dgm:t>
        <a:bodyPr/>
        <a:lstStyle/>
        <a:p>
          <a:endParaRPr lang="en-US"/>
        </a:p>
      </dgm:t>
    </dgm:pt>
    <dgm:pt modelId="{D8C168E2-894C-496F-8B1E-3B6C70A4119A}" type="sibTrans" cxnId="{7D77BA1C-A2B6-472F-B3D8-3B41D7A943FE}">
      <dgm:prSet/>
      <dgm:spPr/>
      <dgm:t>
        <a:bodyPr/>
        <a:lstStyle/>
        <a:p>
          <a:endParaRPr lang="en-US"/>
        </a:p>
      </dgm:t>
    </dgm:pt>
    <dgm:pt modelId="{9A50432C-D56C-43E9-BEB7-4FA74C397C8E}">
      <dgm:prSet custT="1"/>
      <dgm:spPr/>
      <dgm:t>
        <a:bodyPr/>
        <a:lstStyle/>
        <a:p>
          <a:pPr algn="l"/>
          <a:r>
            <a:rPr lang="en-US" sz="2000" dirty="0">
              <a:latin typeface="+mn-lt"/>
              <a:cs typeface="Arial" panose="020B0604020202020204" pitchFamily="34" charset="0"/>
            </a:rPr>
            <a:t>Provides SQL for data access</a:t>
          </a:r>
        </a:p>
      </dgm:t>
    </dgm:pt>
    <dgm:pt modelId="{9C0D30FA-71A9-4FE4-BF3D-B899D0737E4C}" type="parTrans" cxnId="{3E00E4DE-FAEF-48CC-8D6A-C93E1CB81910}">
      <dgm:prSet/>
      <dgm:spPr/>
      <dgm:t>
        <a:bodyPr/>
        <a:lstStyle/>
        <a:p>
          <a:endParaRPr lang="en-US"/>
        </a:p>
      </dgm:t>
    </dgm:pt>
    <dgm:pt modelId="{D76CEE26-5120-45D2-9140-4DB526761FBA}" type="sibTrans" cxnId="{3E00E4DE-FAEF-48CC-8D6A-C93E1CB81910}">
      <dgm:prSet/>
      <dgm:spPr/>
      <dgm:t>
        <a:bodyPr/>
        <a:lstStyle/>
        <a:p>
          <a:endParaRPr lang="en-US"/>
        </a:p>
      </dgm:t>
    </dgm:pt>
    <dgm:pt modelId="{2AB77DA9-4A45-4A4F-B7C5-525260CE2828}">
      <dgm:prSet custT="1"/>
      <dgm:spPr/>
      <dgm:t>
        <a:bodyPr/>
        <a:lstStyle/>
        <a:p>
          <a:pPr algn="l"/>
          <a:r>
            <a:rPr lang="en-US" sz="2000" dirty="0">
              <a:latin typeface="+mn-lt"/>
              <a:cs typeface="Arial" panose="020B0604020202020204" pitchFamily="34" charset="0"/>
            </a:rPr>
            <a:t>Uses indexes for faster data retrieval</a:t>
          </a:r>
        </a:p>
      </dgm:t>
    </dgm:pt>
    <dgm:pt modelId="{F38C853A-FA33-4562-9031-8173DFEE8C85}" type="parTrans" cxnId="{E061AB96-6DAA-468C-ABDB-ED130DA2020A}">
      <dgm:prSet/>
      <dgm:spPr/>
      <dgm:t>
        <a:bodyPr/>
        <a:lstStyle/>
        <a:p>
          <a:endParaRPr lang="en-US"/>
        </a:p>
      </dgm:t>
    </dgm:pt>
    <dgm:pt modelId="{23A8084B-3A42-4D1E-AF0F-0C837DBC3875}" type="sibTrans" cxnId="{E061AB96-6DAA-468C-ABDB-ED130DA2020A}">
      <dgm:prSet/>
      <dgm:spPr/>
      <dgm:t>
        <a:bodyPr/>
        <a:lstStyle/>
        <a:p>
          <a:endParaRPr lang="en-US"/>
        </a:p>
      </dgm:t>
    </dgm:pt>
    <dgm:pt modelId="{000B80DB-9BCB-4EC2-BA17-2BDBDF436777}">
      <dgm:prSet custT="1"/>
      <dgm:spPr/>
      <dgm:t>
        <a:bodyPr/>
        <a:lstStyle/>
        <a:p>
          <a:pPr algn="l"/>
          <a:r>
            <a:rPr lang="en-US" sz="2000" dirty="0">
              <a:latin typeface="+mn-lt"/>
              <a:cs typeface="Arial" panose="020B0604020202020204" pitchFamily="34" charset="0"/>
            </a:rPr>
            <a:t>Gives access privileges to ensure data security</a:t>
          </a:r>
        </a:p>
      </dgm:t>
    </dgm:pt>
    <dgm:pt modelId="{E5C7D584-1A4F-45BF-88E6-E12E14D4B425}" type="parTrans" cxnId="{338DEB83-7A01-41AE-B3B0-51C360CD2FAE}">
      <dgm:prSet/>
      <dgm:spPr/>
      <dgm:t>
        <a:bodyPr/>
        <a:lstStyle/>
        <a:p>
          <a:endParaRPr lang="en-US"/>
        </a:p>
      </dgm:t>
    </dgm:pt>
    <dgm:pt modelId="{981D4C1A-597D-4420-85AC-0C266E98C30F}" type="sibTrans" cxnId="{338DEB83-7A01-41AE-B3B0-51C360CD2FAE}">
      <dgm:prSet/>
      <dgm:spPr/>
      <dgm:t>
        <a:bodyPr/>
        <a:lstStyle/>
        <a:p>
          <a:endParaRPr lang="en-US"/>
        </a:p>
      </dgm:t>
    </dgm:pt>
    <dgm:pt modelId="{B1218865-16B9-4D25-AF2D-4802B113779C}" type="pres">
      <dgm:prSet presAssocID="{D49011B6-8381-4BDB-91ED-1853DE80DA3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189F24-BD20-4B63-8B45-90B5F69089F9}" type="pres">
      <dgm:prSet presAssocID="{84A8582B-BD5A-48C8-A94F-8676382C75BC}" presName="node" presStyleLbl="node1" presStyleIdx="0" presStyleCnt="6" custScaleX="5878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973C2E-F58A-40AA-B33A-59AE0B89C831}" type="pres">
      <dgm:prSet presAssocID="{F9ACC1CE-B978-41FA-8471-44FC27817C86}" presName="sibTrans" presStyleCnt="0"/>
      <dgm:spPr/>
    </dgm:pt>
    <dgm:pt modelId="{6693C403-7AB9-43D9-B336-F773E702FD30}" type="pres">
      <dgm:prSet presAssocID="{87344F58-23E8-4730-9F53-D3566C86DB07}" presName="node" presStyleLbl="node1" presStyleIdx="1" presStyleCnt="6" custScaleX="5878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611063-4F08-452E-9645-53C2AD9301CB}" type="pres">
      <dgm:prSet presAssocID="{0FFD898E-4FAD-4BFD-83EB-7E17A78A877D}" presName="sibTrans" presStyleCnt="0"/>
      <dgm:spPr/>
    </dgm:pt>
    <dgm:pt modelId="{B4A19C53-18E1-4204-87FB-EBF3211E5430}" type="pres">
      <dgm:prSet presAssocID="{85114773-6057-4219-A32F-65058C75BD97}" presName="node" presStyleLbl="node1" presStyleIdx="2" presStyleCnt="6" custScaleX="5878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4A7C00-9D42-4983-B173-8D74406E3388}" type="pres">
      <dgm:prSet presAssocID="{D8C168E2-894C-496F-8B1E-3B6C70A4119A}" presName="sibTrans" presStyleCnt="0"/>
      <dgm:spPr/>
    </dgm:pt>
    <dgm:pt modelId="{1033D016-9416-4A16-B69D-5CE14537DE95}" type="pres">
      <dgm:prSet presAssocID="{9A50432C-D56C-43E9-BEB7-4FA74C397C8E}" presName="node" presStyleLbl="node1" presStyleIdx="3" presStyleCnt="6" custScaleX="5878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A1929C-1408-4D7E-9339-EAD7A80614B6}" type="pres">
      <dgm:prSet presAssocID="{D76CEE26-5120-45D2-9140-4DB526761FBA}" presName="sibTrans" presStyleCnt="0"/>
      <dgm:spPr/>
    </dgm:pt>
    <dgm:pt modelId="{D393A015-3B53-4EA4-81D0-8C7D4434661E}" type="pres">
      <dgm:prSet presAssocID="{2AB77DA9-4A45-4A4F-B7C5-525260CE2828}" presName="node" presStyleLbl="node1" presStyleIdx="4" presStyleCnt="6" custScaleX="5878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4CD464-B967-4458-819A-77AAD37250BD}" type="pres">
      <dgm:prSet presAssocID="{23A8084B-3A42-4D1E-AF0F-0C837DBC3875}" presName="sibTrans" presStyleCnt="0"/>
      <dgm:spPr/>
    </dgm:pt>
    <dgm:pt modelId="{5A6A61A2-2930-42E2-B156-6DB7ACBFDF7E}" type="pres">
      <dgm:prSet presAssocID="{000B80DB-9BCB-4EC2-BA17-2BDBDF436777}" presName="node" presStyleLbl="node1" presStyleIdx="5" presStyleCnt="6" custScaleX="5878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00E4DE-FAEF-48CC-8D6A-C93E1CB81910}" srcId="{D49011B6-8381-4BDB-91ED-1853DE80DA32}" destId="{9A50432C-D56C-43E9-BEB7-4FA74C397C8E}" srcOrd="3" destOrd="0" parTransId="{9C0D30FA-71A9-4FE4-BF3D-B899D0737E4C}" sibTransId="{D76CEE26-5120-45D2-9140-4DB526761FBA}"/>
    <dgm:cxn modelId="{080AF4D4-D19A-4DB6-A2C7-C00E95FF1B6D}" type="presOf" srcId="{D49011B6-8381-4BDB-91ED-1853DE80DA32}" destId="{B1218865-16B9-4D25-AF2D-4802B113779C}" srcOrd="0" destOrd="0" presId="urn:microsoft.com/office/officeart/2005/8/layout/default#2"/>
    <dgm:cxn modelId="{876FB58D-E176-46A8-8F1D-7B1BF6A044E2}" type="presOf" srcId="{000B80DB-9BCB-4EC2-BA17-2BDBDF436777}" destId="{5A6A61A2-2930-42E2-B156-6DB7ACBFDF7E}" srcOrd="0" destOrd="0" presId="urn:microsoft.com/office/officeart/2005/8/layout/default#2"/>
    <dgm:cxn modelId="{0D5AF983-84CF-4720-B40F-65C9B8B1C58F}" srcId="{D49011B6-8381-4BDB-91ED-1853DE80DA32}" destId="{87344F58-23E8-4730-9F53-D3566C86DB07}" srcOrd="1" destOrd="0" parTransId="{27E91E12-6388-44A3-91EB-076799F860EF}" sibTransId="{0FFD898E-4FAD-4BFD-83EB-7E17A78A877D}"/>
    <dgm:cxn modelId="{FD2BB803-E972-4057-A839-6A31DB9513E7}" type="presOf" srcId="{87344F58-23E8-4730-9F53-D3566C86DB07}" destId="{6693C403-7AB9-43D9-B336-F773E702FD30}" srcOrd="0" destOrd="0" presId="urn:microsoft.com/office/officeart/2005/8/layout/default#2"/>
    <dgm:cxn modelId="{375B5ECE-F758-453D-8A3E-3859D0E861A2}" type="presOf" srcId="{9A50432C-D56C-43E9-BEB7-4FA74C397C8E}" destId="{1033D016-9416-4A16-B69D-5CE14537DE95}" srcOrd="0" destOrd="0" presId="urn:microsoft.com/office/officeart/2005/8/layout/default#2"/>
    <dgm:cxn modelId="{338DEB83-7A01-41AE-B3B0-51C360CD2FAE}" srcId="{D49011B6-8381-4BDB-91ED-1853DE80DA32}" destId="{000B80DB-9BCB-4EC2-BA17-2BDBDF436777}" srcOrd="5" destOrd="0" parTransId="{E5C7D584-1A4F-45BF-88E6-E12E14D4B425}" sibTransId="{981D4C1A-597D-4420-85AC-0C266E98C30F}"/>
    <dgm:cxn modelId="{A55CD422-12EB-466C-9679-4FCCFBED531C}" type="presOf" srcId="{84A8582B-BD5A-48C8-A94F-8676382C75BC}" destId="{55189F24-BD20-4B63-8B45-90B5F69089F9}" srcOrd="0" destOrd="0" presId="urn:microsoft.com/office/officeart/2005/8/layout/default#2"/>
    <dgm:cxn modelId="{7D77BA1C-A2B6-472F-B3D8-3B41D7A943FE}" srcId="{D49011B6-8381-4BDB-91ED-1853DE80DA32}" destId="{85114773-6057-4219-A32F-65058C75BD97}" srcOrd="2" destOrd="0" parTransId="{F0DEE16A-CF20-424A-992A-E884DF6944CD}" sibTransId="{D8C168E2-894C-496F-8B1E-3B6C70A4119A}"/>
    <dgm:cxn modelId="{B692430B-4501-4079-8A6C-2DA7A33A8E7E}" srcId="{D49011B6-8381-4BDB-91ED-1853DE80DA32}" destId="{84A8582B-BD5A-48C8-A94F-8676382C75BC}" srcOrd="0" destOrd="0" parTransId="{DDB0CBF4-A244-45E6-8C17-E3A5339F4398}" sibTransId="{F9ACC1CE-B978-41FA-8471-44FC27817C86}"/>
    <dgm:cxn modelId="{E061AB96-6DAA-468C-ABDB-ED130DA2020A}" srcId="{D49011B6-8381-4BDB-91ED-1853DE80DA32}" destId="{2AB77DA9-4A45-4A4F-B7C5-525260CE2828}" srcOrd="4" destOrd="0" parTransId="{F38C853A-FA33-4562-9031-8173DFEE8C85}" sibTransId="{23A8084B-3A42-4D1E-AF0F-0C837DBC3875}"/>
    <dgm:cxn modelId="{7C3423F9-ECE6-4526-AB8F-9F2554C3401D}" type="presOf" srcId="{2AB77DA9-4A45-4A4F-B7C5-525260CE2828}" destId="{D393A015-3B53-4EA4-81D0-8C7D4434661E}" srcOrd="0" destOrd="0" presId="urn:microsoft.com/office/officeart/2005/8/layout/default#2"/>
    <dgm:cxn modelId="{760A40D5-11C9-482A-9E84-7A849366CBDF}" type="presOf" srcId="{85114773-6057-4219-A32F-65058C75BD97}" destId="{B4A19C53-18E1-4204-87FB-EBF3211E5430}" srcOrd="0" destOrd="0" presId="urn:microsoft.com/office/officeart/2005/8/layout/default#2"/>
    <dgm:cxn modelId="{CE4EB89B-5BAD-4A57-9EC3-FAE6F095942E}" type="presParOf" srcId="{B1218865-16B9-4D25-AF2D-4802B113779C}" destId="{55189F24-BD20-4B63-8B45-90B5F69089F9}" srcOrd="0" destOrd="0" presId="urn:microsoft.com/office/officeart/2005/8/layout/default#2"/>
    <dgm:cxn modelId="{1A5BDBE3-D0C5-4C44-849A-97B6494B0DC9}" type="presParOf" srcId="{B1218865-16B9-4D25-AF2D-4802B113779C}" destId="{B8973C2E-F58A-40AA-B33A-59AE0B89C831}" srcOrd="1" destOrd="0" presId="urn:microsoft.com/office/officeart/2005/8/layout/default#2"/>
    <dgm:cxn modelId="{97EDECFA-63BA-4584-950D-01DAA84FF9BC}" type="presParOf" srcId="{B1218865-16B9-4D25-AF2D-4802B113779C}" destId="{6693C403-7AB9-43D9-B336-F773E702FD30}" srcOrd="2" destOrd="0" presId="urn:microsoft.com/office/officeart/2005/8/layout/default#2"/>
    <dgm:cxn modelId="{842B3EB1-7E3C-428B-8126-DBD0188A3EF4}" type="presParOf" srcId="{B1218865-16B9-4D25-AF2D-4802B113779C}" destId="{60611063-4F08-452E-9645-53C2AD9301CB}" srcOrd="3" destOrd="0" presId="urn:microsoft.com/office/officeart/2005/8/layout/default#2"/>
    <dgm:cxn modelId="{754DB25D-F27D-4E21-A279-49108906E5BF}" type="presParOf" srcId="{B1218865-16B9-4D25-AF2D-4802B113779C}" destId="{B4A19C53-18E1-4204-87FB-EBF3211E5430}" srcOrd="4" destOrd="0" presId="urn:microsoft.com/office/officeart/2005/8/layout/default#2"/>
    <dgm:cxn modelId="{89EF8633-A878-4F7A-ACE6-1FFFC0AF3BEF}" type="presParOf" srcId="{B1218865-16B9-4D25-AF2D-4802B113779C}" destId="{E04A7C00-9D42-4983-B173-8D74406E3388}" srcOrd="5" destOrd="0" presId="urn:microsoft.com/office/officeart/2005/8/layout/default#2"/>
    <dgm:cxn modelId="{3936AE88-7FE9-41D4-81B7-E9C72E6C183A}" type="presParOf" srcId="{B1218865-16B9-4D25-AF2D-4802B113779C}" destId="{1033D016-9416-4A16-B69D-5CE14537DE95}" srcOrd="6" destOrd="0" presId="urn:microsoft.com/office/officeart/2005/8/layout/default#2"/>
    <dgm:cxn modelId="{EA229C74-BC94-4BC2-B941-602B08B51F97}" type="presParOf" srcId="{B1218865-16B9-4D25-AF2D-4802B113779C}" destId="{9AA1929C-1408-4D7E-9339-EAD7A80614B6}" srcOrd="7" destOrd="0" presId="urn:microsoft.com/office/officeart/2005/8/layout/default#2"/>
    <dgm:cxn modelId="{EA104946-F975-419E-81FA-5A61E22B558B}" type="presParOf" srcId="{B1218865-16B9-4D25-AF2D-4802B113779C}" destId="{D393A015-3B53-4EA4-81D0-8C7D4434661E}" srcOrd="8" destOrd="0" presId="urn:microsoft.com/office/officeart/2005/8/layout/default#2"/>
    <dgm:cxn modelId="{9BA5ECAF-758B-4C06-B24F-7EDAB8E32EC8}" type="presParOf" srcId="{B1218865-16B9-4D25-AF2D-4802B113779C}" destId="{D24CD464-B967-4458-819A-77AAD37250BD}" srcOrd="9" destOrd="0" presId="urn:microsoft.com/office/officeart/2005/8/layout/default#2"/>
    <dgm:cxn modelId="{7EE97375-B9A8-4BC4-8CFA-B866E8AB8A2F}" type="presParOf" srcId="{B1218865-16B9-4D25-AF2D-4802B113779C}" destId="{5A6A61A2-2930-42E2-B156-6DB7ACBFDF7E}" srcOrd="10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3FD557-1BD3-41F0-A289-CF6EFFFF2956}" type="doc">
      <dgm:prSet loTypeId="urn:microsoft.com/office/officeart/2005/8/layout/hierarchy1" loCatId="hierarchy" qsTypeId="urn:microsoft.com/office/officeart/2005/8/quickstyle/3d1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1BCEF5-D331-463A-81AC-542F505D9330}">
      <dgm:prSet custT="1"/>
      <dgm:spPr/>
      <dgm:t>
        <a:bodyPr/>
        <a:lstStyle/>
        <a:p>
          <a:pPr rtl="0"/>
          <a:r>
            <a:rPr lang="en-US" sz="2000" dirty="0">
              <a:latin typeface="+mn-lt"/>
            </a:rPr>
            <a:t>Normal Forms</a:t>
          </a:r>
        </a:p>
      </dgm:t>
    </dgm:pt>
    <dgm:pt modelId="{85F9A61B-B3A3-4FF3-8A46-D3001967FA96}" type="parTrans" cxnId="{F646EE13-3624-4715-AFCA-F46DABDA97D3}">
      <dgm:prSet/>
      <dgm:spPr/>
      <dgm:t>
        <a:bodyPr/>
        <a:lstStyle/>
        <a:p>
          <a:endParaRPr lang="en-US" sz="1600"/>
        </a:p>
      </dgm:t>
    </dgm:pt>
    <dgm:pt modelId="{415B48EC-D9FF-4A17-923A-93E09875FE8B}" type="sibTrans" cxnId="{F646EE13-3624-4715-AFCA-F46DABDA97D3}">
      <dgm:prSet/>
      <dgm:spPr/>
      <dgm:t>
        <a:bodyPr/>
        <a:lstStyle/>
        <a:p>
          <a:endParaRPr lang="en-US" sz="1600"/>
        </a:p>
      </dgm:t>
    </dgm:pt>
    <dgm:pt modelId="{9F867676-DA57-4DA3-A898-C1C0FE5398DA}">
      <dgm:prSet custT="1"/>
      <dgm:spPr/>
      <dgm:t>
        <a:bodyPr/>
        <a:lstStyle/>
        <a:p>
          <a:pPr rtl="0"/>
          <a:r>
            <a:rPr lang="en-US" sz="2000" dirty="0">
              <a:latin typeface="+mn-lt"/>
            </a:rPr>
            <a:t>First Normal Form (1NF)</a:t>
          </a:r>
        </a:p>
      </dgm:t>
    </dgm:pt>
    <dgm:pt modelId="{AC798DC2-570F-4E09-9FE2-78393904C1A5}" type="parTrans" cxnId="{B405863F-4DA2-4DCF-B753-2C965F928B75}">
      <dgm:prSet/>
      <dgm:spPr/>
      <dgm:t>
        <a:bodyPr/>
        <a:lstStyle/>
        <a:p>
          <a:endParaRPr lang="en-US" sz="1600"/>
        </a:p>
      </dgm:t>
    </dgm:pt>
    <dgm:pt modelId="{9FC84B89-9B11-4DD2-85A6-D643B8ED4B47}" type="sibTrans" cxnId="{B405863F-4DA2-4DCF-B753-2C965F928B75}">
      <dgm:prSet/>
      <dgm:spPr/>
      <dgm:t>
        <a:bodyPr/>
        <a:lstStyle/>
        <a:p>
          <a:endParaRPr lang="en-US" sz="1600"/>
        </a:p>
      </dgm:t>
    </dgm:pt>
    <dgm:pt modelId="{0F37D48C-E508-449E-9A3E-FEBFE78FB780}">
      <dgm:prSet custT="1"/>
      <dgm:spPr/>
      <dgm:t>
        <a:bodyPr/>
        <a:lstStyle/>
        <a:p>
          <a:pPr rtl="0"/>
          <a:r>
            <a:rPr lang="en-US" sz="2000" dirty="0">
              <a:latin typeface="+mn-lt"/>
            </a:rPr>
            <a:t>Second Normal Form (2NF)</a:t>
          </a:r>
        </a:p>
      </dgm:t>
    </dgm:pt>
    <dgm:pt modelId="{0D156C47-D7DE-4A41-BE7E-4BFB87499274}" type="parTrans" cxnId="{5E56A1C5-317A-45A8-B6B3-887226A2AB24}">
      <dgm:prSet/>
      <dgm:spPr/>
      <dgm:t>
        <a:bodyPr/>
        <a:lstStyle/>
        <a:p>
          <a:endParaRPr lang="en-US" sz="1600"/>
        </a:p>
      </dgm:t>
    </dgm:pt>
    <dgm:pt modelId="{60FDEFE5-EE3A-4A52-8D42-A5FC25FE1874}" type="sibTrans" cxnId="{5E56A1C5-317A-45A8-B6B3-887226A2AB24}">
      <dgm:prSet/>
      <dgm:spPr/>
      <dgm:t>
        <a:bodyPr/>
        <a:lstStyle/>
        <a:p>
          <a:endParaRPr lang="en-US" sz="1600"/>
        </a:p>
      </dgm:t>
    </dgm:pt>
    <dgm:pt modelId="{323E1A73-422C-49EF-8537-4EFB42938AAA}">
      <dgm:prSet custT="1"/>
      <dgm:spPr/>
      <dgm:t>
        <a:bodyPr/>
        <a:lstStyle/>
        <a:p>
          <a:pPr rtl="0"/>
          <a:r>
            <a:rPr lang="en-US" sz="2000" dirty="0">
              <a:latin typeface="+mn-lt"/>
            </a:rPr>
            <a:t>Third Normal Form (3 NF)</a:t>
          </a:r>
        </a:p>
      </dgm:t>
    </dgm:pt>
    <dgm:pt modelId="{C39CDBBD-0709-4EA3-AFD2-701F12BC6985}" type="parTrans" cxnId="{6CE62D02-31FE-4CFA-9AC4-F259C03532A0}">
      <dgm:prSet/>
      <dgm:spPr/>
      <dgm:t>
        <a:bodyPr/>
        <a:lstStyle/>
        <a:p>
          <a:endParaRPr lang="en-US" sz="1600"/>
        </a:p>
      </dgm:t>
    </dgm:pt>
    <dgm:pt modelId="{7B86B9FB-867E-4CC5-85DA-59BBA0CBEC26}" type="sibTrans" cxnId="{6CE62D02-31FE-4CFA-9AC4-F259C03532A0}">
      <dgm:prSet/>
      <dgm:spPr/>
      <dgm:t>
        <a:bodyPr/>
        <a:lstStyle/>
        <a:p>
          <a:endParaRPr lang="en-US" sz="1600"/>
        </a:p>
      </dgm:t>
    </dgm:pt>
    <dgm:pt modelId="{14E134C7-751A-48C0-9D00-FDCA7E452CDB}">
      <dgm:prSet custT="1"/>
      <dgm:spPr/>
      <dgm:t>
        <a:bodyPr/>
        <a:lstStyle/>
        <a:p>
          <a:pPr rtl="0"/>
          <a:r>
            <a:rPr lang="en-US" sz="2000" dirty="0">
              <a:latin typeface="+mn-lt"/>
            </a:rPr>
            <a:t>Higher Normal Form (BCNF, 4NF, 5NF, …)</a:t>
          </a:r>
        </a:p>
      </dgm:t>
    </dgm:pt>
    <dgm:pt modelId="{EE7A1BC7-7E98-4746-A8C8-8D57C8EC06F1}" type="parTrans" cxnId="{6042225E-8EB8-49F6-B1F5-F283009FDA7E}">
      <dgm:prSet/>
      <dgm:spPr/>
      <dgm:t>
        <a:bodyPr/>
        <a:lstStyle/>
        <a:p>
          <a:endParaRPr lang="en-US" sz="1600"/>
        </a:p>
      </dgm:t>
    </dgm:pt>
    <dgm:pt modelId="{FE1C0CE5-CB19-4021-9C89-A7D571D75B5A}" type="sibTrans" cxnId="{6042225E-8EB8-49F6-B1F5-F283009FDA7E}">
      <dgm:prSet/>
      <dgm:spPr/>
      <dgm:t>
        <a:bodyPr/>
        <a:lstStyle/>
        <a:p>
          <a:endParaRPr lang="en-US" sz="1600"/>
        </a:p>
      </dgm:t>
    </dgm:pt>
    <dgm:pt modelId="{EF348FE1-96C6-4164-A2E6-7EE6FF54FDAA}" type="pres">
      <dgm:prSet presAssocID="{B93FD557-1BD3-41F0-A289-CF6EFFFF295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6FE47EE-FBDE-4F39-B9BA-F6A5BBEEB939}" type="pres">
      <dgm:prSet presAssocID="{B51BCEF5-D331-463A-81AC-542F505D9330}" presName="hierRoot1" presStyleCnt="0"/>
      <dgm:spPr/>
    </dgm:pt>
    <dgm:pt modelId="{B2D87309-5C75-4D1E-BAE4-12BA7F6EBC56}" type="pres">
      <dgm:prSet presAssocID="{B51BCEF5-D331-463A-81AC-542F505D9330}" presName="composite" presStyleCnt="0"/>
      <dgm:spPr/>
    </dgm:pt>
    <dgm:pt modelId="{5F3E45CD-05D4-47C4-8627-1066D2CC2D2F}" type="pres">
      <dgm:prSet presAssocID="{B51BCEF5-D331-463A-81AC-542F505D9330}" presName="background" presStyleLbl="node0" presStyleIdx="0" presStyleCnt="1"/>
      <dgm:spPr/>
    </dgm:pt>
    <dgm:pt modelId="{47A598B8-3F47-4A5B-AC1B-3458EF65B6B4}" type="pres">
      <dgm:prSet presAssocID="{B51BCEF5-D331-463A-81AC-542F505D9330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C5F00D-F10C-44B5-AC92-65D4815E1792}" type="pres">
      <dgm:prSet presAssocID="{B51BCEF5-D331-463A-81AC-542F505D9330}" presName="hierChild2" presStyleCnt="0"/>
      <dgm:spPr/>
    </dgm:pt>
    <dgm:pt modelId="{E94E8B56-5350-4069-8E9F-62FF989E87C5}" type="pres">
      <dgm:prSet presAssocID="{AC798DC2-570F-4E09-9FE2-78393904C1A5}" presName="Name10" presStyleLbl="parChTrans1D2" presStyleIdx="0" presStyleCnt="4"/>
      <dgm:spPr/>
      <dgm:t>
        <a:bodyPr/>
        <a:lstStyle/>
        <a:p>
          <a:endParaRPr lang="en-US"/>
        </a:p>
      </dgm:t>
    </dgm:pt>
    <dgm:pt modelId="{9CF25FC5-B1F5-4816-A830-B6336BBCCB90}" type="pres">
      <dgm:prSet presAssocID="{9F867676-DA57-4DA3-A898-C1C0FE5398DA}" presName="hierRoot2" presStyleCnt="0"/>
      <dgm:spPr/>
    </dgm:pt>
    <dgm:pt modelId="{3F0E73B8-1430-403D-ADB9-4025059197A7}" type="pres">
      <dgm:prSet presAssocID="{9F867676-DA57-4DA3-A898-C1C0FE5398DA}" presName="composite2" presStyleCnt="0"/>
      <dgm:spPr/>
    </dgm:pt>
    <dgm:pt modelId="{409E6A14-0DE4-433F-A1EC-256061594448}" type="pres">
      <dgm:prSet presAssocID="{9F867676-DA57-4DA3-A898-C1C0FE5398DA}" presName="background2" presStyleLbl="node2" presStyleIdx="0" presStyleCnt="4"/>
      <dgm:spPr/>
    </dgm:pt>
    <dgm:pt modelId="{6C58D164-5618-48D7-8FCA-35E8381400A4}" type="pres">
      <dgm:prSet presAssocID="{9F867676-DA57-4DA3-A898-C1C0FE5398DA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4C6C4A-9082-462F-B1B7-BA478769210E}" type="pres">
      <dgm:prSet presAssocID="{9F867676-DA57-4DA3-A898-C1C0FE5398DA}" presName="hierChild3" presStyleCnt="0"/>
      <dgm:spPr/>
    </dgm:pt>
    <dgm:pt modelId="{52C71A51-5A03-4150-B883-85ADA12D0ACB}" type="pres">
      <dgm:prSet presAssocID="{0D156C47-D7DE-4A41-BE7E-4BFB87499274}" presName="Name10" presStyleLbl="parChTrans1D2" presStyleIdx="1" presStyleCnt="4"/>
      <dgm:spPr/>
      <dgm:t>
        <a:bodyPr/>
        <a:lstStyle/>
        <a:p>
          <a:endParaRPr lang="en-US"/>
        </a:p>
      </dgm:t>
    </dgm:pt>
    <dgm:pt modelId="{6D690849-B297-4F05-A902-1EE1081B4E29}" type="pres">
      <dgm:prSet presAssocID="{0F37D48C-E508-449E-9A3E-FEBFE78FB780}" presName="hierRoot2" presStyleCnt="0"/>
      <dgm:spPr/>
    </dgm:pt>
    <dgm:pt modelId="{E7E58336-8EAB-46D9-8B58-7D8C4788E8C9}" type="pres">
      <dgm:prSet presAssocID="{0F37D48C-E508-449E-9A3E-FEBFE78FB780}" presName="composite2" presStyleCnt="0"/>
      <dgm:spPr/>
    </dgm:pt>
    <dgm:pt modelId="{FBD7E81D-6567-4642-A429-BC868D37328A}" type="pres">
      <dgm:prSet presAssocID="{0F37D48C-E508-449E-9A3E-FEBFE78FB780}" presName="background2" presStyleLbl="node2" presStyleIdx="1" presStyleCnt="4"/>
      <dgm:spPr/>
    </dgm:pt>
    <dgm:pt modelId="{C5066BF0-C4CC-4E61-BBCE-A9740DEEBFA9}" type="pres">
      <dgm:prSet presAssocID="{0F37D48C-E508-449E-9A3E-FEBFE78FB780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CC9ADC2-F8F4-465A-843E-46E444A689E1}" type="pres">
      <dgm:prSet presAssocID="{0F37D48C-E508-449E-9A3E-FEBFE78FB780}" presName="hierChild3" presStyleCnt="0"/>
      <dgm:spPr/>
    </dgm:pt>
    <dgm:pt modelId="{F56B4C95-8F9A-4056-B3DC-1B11DF1FB627}" type="pres">
      <dgm:prSet presAssocID="{C39CDBBD-0709-4EA3-AFD2-701F12BC6985}" presName="Name10" presStyleLbl="parChTrans1D2" presStyleIdx="2" presStyleCnt="4"/>
      <dgm:spPr/>
      <dgm:t>
        <a:bodyPr/>
        <a:lstStyle/>
        <a:p>
          <a:endParaRPr lang="en-US"/>
        </a:p>
      </dgm:t>
    </dgm:pt>
    <dgm:pt modelId="{F231A45E-F1E5-494B-9B82-D41872DC55C9}" type="pres">
      <dgm:prSet presAssocID="{323E1A73-422C-49EF-8537-4EFB42938AAA}" presName="hierRoot2" presStyleCnt="0"/>
      <dgm:spPr/>
    </dgm:pt>
    <dgm:pt modelId="{3C6ECBB1-B55D-4D16-AC8E-DF281D65DFE7}" type="pres">
      <dgm:prSet presAssocID="{323E1A73-422C-49EF-8537-4EFB42938AAA}" presName="composite2" presStyleCnt="0"/>
      <dgm:spPr/>
    </dgm:pt>
    <dgm:pt modelId="{AE425328-CBD3-44AD-85F5-441A21FDAEC0}" type="pres">
      <dgm:prSet presAssocID="{323E1A73-422C-49EF-8537-4EFB42938AAA}" presName="background2" presStyleLbl="node2" presStyleIdx="2" presStyleCnt="4"/>
      <dgm:spPr/>
    </dgm:pt>
    <dgm:pt modelId="{36971218-E5F7-4073-B909-5EE755F2A667}" type="pres">
      <dgm:prSet presAssocID="{323E1A73-422C-49EF-8537-4EFB42938AAA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6622BA-222C-4346-9C00-BF6807DED633}" type="pres">
      <dgm:prSet presAssocID="{323E1A73-422C-49EF-8537-4EFB42938AAA}" presName="hierChild3" presStyleCnt="0"/>
      <dgm:spPr/>
    </dgm:pt>
    <dgm:pt modelId="{E4A03F4E-E634-4CB8-82DF-E9145AA9706F}" type="pres">
      <dgm:prSet presAssocID="{EE7A1BC7-7E98-4746-A8C8-8D57C8EC06F1}" presName="Name10" presStyleLbl="parChTrans1D2" presStyleIdx="3" presStyleCnt="4"/>
      <dgm:spPr/>
      <dgm:t>
        <a:bodyPr/>
        <a:lstStyle/>
        <a:p>
          <a:endParaRPr lang="en-US"/>
        </a:p>
      </dgm:t>
    </dgm:pt>
    <dgm:pt modelId="{2002B22A-FF5C-48F2-B196-299D9739824F}" type="pres">
      <dgm:prSet presAssocID="{14E134C7-751A-48C0-9D00-FDCA7E452CDB}" presName="hierRoot2" presStyleCnt="0"/>
      <dgm:spPr/>
    </dgm:pt>
    <dgm:pt modelId="{4EC24CCA-8CD2-4F5F-8AF2-26DA47966EA6}" type="pres">
      <dgm:prSet presAssocID="{14E134C7-751A-48C0-9D00-FDCA7E452CDB}" presName="composite2" presStyleCnt="0"/>
      <dgm:spPr/>
    </dgm:pt>
    <dgm:pt modelId="{3B7E7845-184E-4E9A-AB43-CFA94833D60C}" type="pres">
      <dgm:prSet presAssocID="{14E134C7-751A-48C0-9D00-FDCA7E452CDB}" presName="background2" presStyleLbl="node2" presStyleIdx="3" presStyleCnt="4"/>
      <dgm:spPr/>
    </dgm:pt>
    <dgm:pt modelId="{39820C0A-4DF8-4A59-87B6-A9ED2019E2B5}" type="pres">
      <dgm:prSet presAssocID="{14E134C7-751A-48C0-9D00-FDCA7E452CDB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5CFC846-646D-4A7D-9429-55A34AF8E7FE}" type="pres">
      <dgm:prSet presAssocID="{14E134C7-751A-48C0-9D00-FDCA7E452CDB}" presName="hierChild3" presStyleCnt="0"/>
      <dgm:spPr/>
    </dgm:pt>
  </dgm:ptLst>
  <dgm:cxnLst>
    <dgm:cxn modelId="{77A32B2D-5BFA-4585-8F14-51157AD588EA}" type="presOf" srcId="{14E134C7-751A-48C0-9D00-FDCA7E452CDB}" destId="{39820C0A-4DF8-4A59-87B6-A9ED2019E2B5}" srcOrd="0" destOrd="0" presId="urn:microsoft.com/office/officeart/2005/8/layout/hierarchy1"/>
    <dgm:cxn modelId="{39A090C3-8958-4AAD-8421-C62D0DF46FB1}" type="presOf" srcId="{C39CDBBD-0709-4EA3-AFD2-701F12BC6985}" destId="{F56B4C95-8F9A-4056-B3DC-1B11DF1FB627}" srcOrd="0" destOrd="0" presId="urn:microsoft.com/office/officeart/2005/8/layout/hierarchy1"/>
    <dgm:cxn modelId="{D701B7C3-61E6-41DF-8E67-5F84ADC5D69B}" type="presOf" srcId="{323E1A73-422C-49EF-8537-4EFB42938AAA}" destId="{36971218-E5F7-4073-B909-5EE755F2A667}" srcOrd="0" destOrd="0" presId="urn:microsoft.com/office/officeart/2005/8/layout/hierarchy1"/>
    <dgm:cxn modelId="{F646EE13-3624-4715-AFCA-F46DABDA97D3}" srcId="{B93FD557-1BD3-41F0-A289-CF6EFFFF2956}" destId="{B51BCEF5-D331-463A-81AC-542F505D9330}" srcOrd="0" destOrd="0" parTransId="{85F9A61B-B3A3-4FF3-8A46-D3001967FA96}" sibTransId="{415B48EC-D9FF-4A17-923A-93E09875FE8B}"/>
    <dgm:cxn modelId="{8CAE71E2-F489-4F02-9824-8E0C0398D6B4}" type="presOf" srcId="{9F867676-DA57-4DA3-A898-C1C0FE5398DA}" destId="{6C58D164-5618-48D7-8FCA-35E8381400A4}" srcOrd="0" destOrd="0" presId="urn:microsoft.com/office/officeart/2005/8/layout/hierarchy1"/>
    <dgm:cxn modelId="{FF69A20F-4771-45FC-8369-B658B124D231}" type="presOf" srcId="{B93FD557-1BD3-41F0-A289-CF6EFFFF2956}" destId="{EF348FE1-96C6-4164-A2E6-7EE6FF54FDAA}" srcOrd="0" destOrd="0" presId="urn:microsoft.com/office/officeart/2005/8/layout/hierarchy1"/>
    <dgm:cxn modelId="{B405863F-4DA2-4DCF-B753-2C965F928B75}" srcId="{B51BCEF5-D331-463A-81AC-542F505D9330}" destId="{9F867676-DA57-4DA3-A898-C1C0FE5398DA}" srcOrd="0" destOrd="0" parTransId="{AC798DC2-570F-4E09-9FE2-78393904C1A5}" sibTransId="{9FC84B89-9B11-4DD2-85A6-D643B8ED4B47}"/>
    <dgm:cxn modelId="{6CE62D02-31FE-4CFA-9AC4-F259C03532A0}" srcId="{B51BCEF5-D331-463A-81AC-542F505D9330}" destId="{323E1A73-422C-49EF-8537-4EFB42938AAA}" srcOrd="2" destOrd="0" parTransId="{C39CDBBD-0709-4EA3-AFD2-701F12BC6985}" sibTransId="{7B86B9FB-867E-4CC5-85DA-59BBA0CBEC26}"/>
    <dgm:cxn modelId="{2DEC70FF-7E5F-48F2-88BD-1DD472D8343E}" type="presOf" srcId="{AC798DC2-570F-4E09-9FE2-78393904C1A5}" destId="{E94E8B56-5350-4069-8E9F-62FF989E87C5}" srcOrd="0" destOrd="0" presId="urn:microsoft.com/office/officeart/2005/8/layout/hierarchy1"/>
    <dgm:cxn modelId="{9EA68E5A-8ABA-4985-B4BC-B451FCFCEBA3}" type="presOf" srcId="{B51BCEF5-D331-463A-81AC-542F505D9330}" destId="{47A598B8-3F47-4A5B-AC1B-3458EF65B6B4}" srcOrd="0" destOrd="0" presId="urn:microsoft.com/office/officeart/2005/8/layout/hierarchy1"/>
    <dgm:cxn modelId="{5E56A1C5-317A-45A8-B6B3-887226A2AB24}" srcId="{B51BCEF5-D331-463A-81AC-542F505D9330}" destId="{0F37D48C-E508-449E-9A3E-FEBFE78FB780}" srcOrd="1" destOrd="0" parTransId="{0D156C47-D7DE-4A41-BE7E-4BFB87499274}" sibTransId="{60FDEFE5-EE3A-4A52-8D42-A5FC25FE1874}"/>
    <dgm:cxn modelId="{0C791ACE-6225-4F49-A9FF-85121B1E16F2}" type="presOf" srcId="{0F37D48C-E508-449E-9A3E-FEBFE78FB780}" destId="{C5066BF0-C4CC-4E61-BBCE-A9740DEEBFA9}" srcOrd="0" destOrd="0" presId="urn:microsoft.com/office/officeart/2005/8/layout/hierarchy1"/>
    <dgm:cxn modelId="{4345098B-3C56-4165-A1FE-32DA87C05884}" type="presOf" srcId="{EE7A1BC7-7E98-4746-A8C8-8D57C8EC06F1}" destId="{E4A03F4E-E634-4CB8-82DF-E9145AA9706F}" srcOrd="0" destOrd="0" presId="urn:microsoft.com/office/officeart/2005/8/layout/hierarchy1"/>
    <dgm:cxn modelId="{6042225E-8EB8-49F6-B1F5-F283009FDA7E}" srcId="{B51BCEF5-D331-463A-81AC-542F505D9330}" destId="{14E134C7-751A-48C0-9D00-FDCA7E452CDB}" srcOrd="3" destOrd="0" parTransId="{EE7A1BC7-7E98-4746-A8C8-8D57C8EC06F1}" sibTransId="{FE1C0CE5-CB19-4021-9C89-A7D571D75B5A}"/>
    <dgm:cxn modelId="{ABD1B5CC-07C1-4948-B408-78D1C5A74709}" type="presOf" srcId="{0D156C47-D7DE-4A41-BE7E-4BFB87499274}" destId="{52C71A51-5A03-4150-B883-85ADA12D0ACB}" srcOrd="0" destOrd="0" presId="urn:microsoft.com/office/officeart/2005/8/layout/hierarchy1"/>
    <dgm:cxn modelId="{BF87730D-3B0B-4A9A-BEAB-1700EA8189B2}" type="presParOf" srcId="{EF348FE1-96C6-4164-A2E6-7EE6FF54FDAA}" destId="{86FE47EE-FBDE-4F39-B9BA-F6A5BBEEB939}" srcOrd="0" destOrd="0" presId="urn:microsoft.com/office/officeart/2005/8/layout/hierarchy1"/>
    <dgm:cxn modelId="{1D254CB4-1ED6-4EDB-BA61-A72E05A3CB6C}" type="presParOf" srcId="{86FE47EE-FBDE-4F39-B9BA-F6A5BBEEB939}" destId="{B2D87309-5C75-4D1E-BAE4-12BA7F6EBC56}" srcOrd="0" destOrd="0" presId="urn:microsoft.com/office/officeart/2005/8/layout/hierarchy1"/>
    <dgm:cxn modelId="{59B485EA-0E79-44B0-88AE-4244A9BC86AA}" type="presParOf" srcId="{B2D87309-5C75-4D1E-BAE4-12BA7F6EBC56}" destId="{5F3E45CD-05D4-47C4-8627-1066D2CC2D2F}" srcOrd="0" destOrd="0" presId="urn:microsoft.com/office/officeart/2005/8/layout/hierarchy1"/>
    <dgm:cxn modelId="{2F0343DD-9A2C-413F-88CE-FBD227216A7C}" type="presParOf" srcId="{B2D87309-5C75-4D1E-BAE4-12BA7F6EBC56}" destId="{47A598B8-3F47-4A5B-AC1B-3458EF65B6B4}" srcOrd="1" destOrd="0" presId="urn:microsoft.com/office/officeart/2005/8/layout/hierarchy1"/>
    <dgm:cxn modelId="{6558E36F-7785-4A96-AA1D-19905AE6F082}" type="presParOf" srcId="{86FE47EE-FBDE-4F39-B9BA-F6A5BBEEB939}" destId="{D9C5F00D-F10C-44B5-AC92-65D4815E1792}" srcOrd="1" destOrd="0" presId="urn:microsoft.com/office/officeart/2005/8/layout/hierarchy1"/>
    <dgm:cxn modelId="{2F85F8F0-935A-4547-AD43-162684D62AF5}" type="presParOf" srcId="{D9C5F00D-F10C-44B5-AC92-65D4815E1792}" destId="{E94E8B56-5350-4069-8E9F-62FF989E87C5}" srcOrd="0" destOrd="0" presId="urn:microsoft.com/office/officeart/2005/8/layout/hierarchy1"/>
    <dgm:cxn modelId="{B5FB2D04-4BD2-485A-98AE-A0B25DB6166D}" type="presParOf" srcId="{D9C5F00D-F10C-44B5-AC92-65D4815E1792}" destId="{9CF25FC5-B1F5-4816-A830-B6336BBCCB90}" srcOrd="1" destOrd="0" presId="urn:microsoft.com/office/officeart/2005/8/layout/hierarchy1"/>
    <dgm:cxn modelId="{930B38A9-0FA2-43BB-8891-FB1B2B668DF2}" type="presParOf" srcId="{9CF25FC5-B1F5-4816-A830-B6336BBCCB90}" destId="{3F0E73B8-1430-403D-ADB9-4025059197A7}" srcOrd="0" destOrd="0" presId="urn:microsoft.com/office/officeart/2005/8/layout/hierarchy1"/>
    <dgm:cxn modelId="{9910C99F-DF0F-4260-84A9-D6F04920D40F}" type="presParOf" srcId="{3F0E73B8-1430-403D-ADB9-4025059197A7}" destId="{409E6A14-0DE4-433F-A1EC-256061594448}" srcOrd="0" destOrd="0" presId="urn:microsoft.com/office/officeart/2005/8/layout/hierarchy1"/>
    <dgm:cxn modelId="{D2FD9D2C-CC9F-426A-BDA1-51F56B66AA5F}" type="presParOf" srcId="{3F0E73B8-1430-403D-ADB9-4025059197A7}" destId="{6C58D164-5618-48D7-8FCA-35E8381400A4}" srcOrd="1" destOrd="0" presId="urn:microsoft.com/office/officeart/2005/8/layout/hierarchy1"/>
    <dgm:cxn modelId="{230E12DA-54C4-41FF-AF0E-3D3B11CC5698}" type="presParOf" srcId="{9CF25FC5-B1F5-4816-A830-B6336BBCCB90}" destId="{DA4C6C4A-9082-462F-B1B7-BA478769210E}" srcOrd="1" destOrd="0" presId="urn:microsoft.com/office/officeart/2005/8/layout/hierarchy1"/>
    <dgm:cxn modelId="{ED54ACC2-82A7-444E-8268-E682FF2743A9}" type="presParOf" srcId="{D9C5F00D-F10C-44B5-AC92-65D4815E1792}" destId="{52C71A51-5A03-4150-B883-85ADA12D0ACB}" srcOrd="2" destOrd="0" presId="urn:microsoft.com/office/officeart/2005/8/layout/hierarchy1"/>
    <dgm:cxn modelId="{69466F35-FD9D-4EFD-BEFA-ECAD487195A0}" type="presParOf" srcId="{D9C5F00D-F10C-44B5-AC92-65D4815E1792}" destId="{6D690849-B297-4F05-A902-1EE1081B4E29}" srcOrd="3" destOrd="0" presId="urn:microsoft.com/office/officeart/2005/8/layout/hierarchy1"/>
    <dgm:cxn modelId="{9E54749F-B79F-4EB9-BD56-EFD8912D6E69}" type="presParOf" srcId="{6D690849-B297-4F05-A902-1EE1081B4E29}" destId="{E7E58336-8EAB-46D9-8B58-7D8C4788E8C9}" srcOrd="0" destOrd="0" presId="urn:microsoft.com/office/officeart/2005/8/layout/hierarchy1"/>
    <dgm:cxn modelId="{AF473183-368E-4648-A584-D15E6D769EFE}" type="presParOf" srcId="{E7E58336-8EAB-46D9-8B58-7D8C4788E8C9}" destId="{FBD7E81D-6567-4642-A429-BC868D37328A}" srcOrd="0" destOrd="0" presId="urn:microsoft.com/office/officeart/2005/8/layout/hierarchy1"/>
    <dgm:cxn modelId="{31510485-5C45-481E-86E4-4B93559B93B2}" type="presParOf" srcId="{E7E58336-8EAB-46D9-8B58-7D8C4788E8C9}" destId="{C5066BF0-C4CC-4E61-BBCE-A9740DEEBFA9}" srcOrd="1" destOrd="0" presId="urn:microsoft.com/office/officeart/2005/8/layout/hierarchy1"/>
    <dgm:cxn modelId="{D9010478-1CCA-4DAC-987E-48F8EC9EAD91}" type="presParOf" srcId="{6D690849-B297-4F05-A902-1EE1081B4E29}" destId="{ACC9ADC2-F8F4-465A-843E-46E444A689E1}" srcOrd="1" destOrd="0" presId="urn:microsoft.com/office/officeart/2005/8/layout/hierarchy1"/>
    <dgm:cxn modelId="{BDA74828-F009-44AA-9C05-7BDBE77C35F9}" type="presParOf" srcId="{D9C5F00D-F10C-44B5-AC92-65D4815E1792}" destId="{F56B4C95-8F9A-4056-B3DC-1B11DF1FB627}" srcOrd="4" destOrd="0" presId="urn:microsoft.com/office/officeart/2005/8/layout/hierarchy1"/>
    <dgm:cxn modelId="{D950EA60-4144-4689-BC55-1B7125A37815}" type="presParOf" srcId="{D9C5F00D-F10C-44B5-AC92-65D4815E1792}" destId="{F231A45E-F1E5-494B-9B82-D41872DC55C9}" srcOrd="5" destOrd="0" presId="urn:microsoft.com/office/officeart/2005/8/layout/hierarchy1"/>
    <dgm:cxn modelId="{F7ED397A-E6A4-4419-9FA8-D3DE6198B931}" type="presParOf" srcId="{F231A45E-F1E5-494B-9B82-D41872DC55C9}" destId="{3C6ECBB1-B55D-4D16-AC8E-DF281D65DFE7}" srcOrd="0" destOrd="0" presId="urn:microsoft.com/office/officeart/2005/8/layout/hierarchy1"/>
    <dgm:cxn modelId="{013E1061-6450-40F2-9C19-0062BA69DDCA}" type="presParOf" srcId="{3C6ECBB1-B55D-4D16-AC8E-DF281D65DFE7}" destId="{AE425328-CBD3-44AD-85F5-441A21FDAEC0}" srcOrd="0" destOrd="0" presId="urn:microsoft.com/office/officeart/2005/8/layout/hierarchy1"/>
    <dgm:cxn modelId="{F89610D8-5AFA-4DBC-B561-CA7BC5492C54}" type="presParOf" srcId="{3C6ECBB1-B55D-4D16-AC8E-DF281D65DFE7}" destId="{36971218-E5F7-4073-B909-5EE755F2A667}" srcOrd="1" destOrd="0" presId="urn:microsoft.com/office/officeart/2005/8/layout/hierarchy1"/>
    <dgm:cxn modelId="{8E8B2E72-C81D-420E-A838-401C2D2D114B}" type="presParOf" srcId="{F231A45E-F1E5-494B-9B82-D41872DC55C9}" destId="{7F6622BA-222C-4346-9C00-BF6807DED633}" srcOrd="1" destOrd="0" presId="urn:microsoft.com/office/officeart/2005/8/layout/hierarchy1"/>
    <dgm:cxn modelId="{F73408EB-76E9-4AE7-B11B-FC63A9CBA21F}" type="presParOf" srcId="{D9C5F00D-F10C-44B5-AC92-65D4815E1792}" destId="{E4A03F4E-E634-4CB8-82DF-E9145AA9706F}" srcOrd="6" destOrd="0" presId="urn:microsoft.com/office/officeart/2005/8/layout/hierarchy1"/>
    <dgm:cxn modelId="{5BAEEEF4-3A91-406F-ADD0-6379C791AD92}" type="presParOf" srcId="{D9C5F00D-F10C-44B5-AC92-65D4815E1792}" destId="{2002B22A-FF5C-48F2-B196-299D9739824F}" srcOrd="7" destOrd="0" presId="urn:microsoft.com/office/officeart/2005/8/layout/hierarchy1"/>
    <dgm:cxn modelId="{BA53C41F-14E8-44C5-920B-228E4E03C8D0}" type="presParOf" srcId="{2002B22A-FF5C-48F2-B196-299D9739824F}" destId="{4EC24CCA-8CD2-4F5F-8AF2-26DA47966EA6}" srcOrd="0" destOrd="0" presId="urn:microsoft.com/office/officeart/2005/8/layout/hierarchy1"/>
    <dgm:cxn modelId="{FAD59B78-8E88-4883-98CC-47E81041A360}" type="presParOf" srcId="{4EC24CCA-8CD2-4F5F-8AF2-26DA47966EA6}" destId="{3B7E7845-184E-4E9A-AB43-CFA94833D60C}" srcOrd="0" destOrd="0" presId="urn:microsoft.com/office/officeart/2005/8/layout/hierarchy1"/>
    <dgm:cxn modelId="{CFB91C8D-8C3C-42BA-91FB-26CEC8D764B6}" type="presParOf" srcId="{4EC24CCA-8CD2-4F5F-8AF2-26DA47966EA6}" destId="{39820C0A-4DF8-4A59-87B6-A9ED2019E2B5}" srcOrd="1" destOrd="0" presId="urn:microsoft.com/office/officeart/2005/8/layout/hierarchy1"/>
    <dgm:cxn modelId="{0DE83DE5-2094-457D-9551-E581F88F6578}" type="presParOf" srcId="{2002B22A-FF5C-48F2-B196-299D9739824F}" destId="{35CFC846-646D-4A7D-9429-55A34AF8E7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4DBC33-476C-40E9-A669-A2F5A264B472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0F939E6-4E26-47A7-AE88-E7C29FB54EC7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Second Normal Form (2NF)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176AF243-C093-4E42-BAE7-E52A528CA40D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53BC9ADB-905F-43A6-A6A5-D8D3D1D66C80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9DB98699-664B-4FFF-A3D4-7A2B3BBE30B4}" type="sib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2C21CC07-104A-4C29-9C68-422071B8FB57}" type="par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DFA1A1CF-606D-49C2-B51C-93C7561C452F}" type="sib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8EAEBED3-3A48-43ED-A074-96277FAA1614}" type="par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C67BB8FD-C274-4C00-B638-09A9EC9B36E4}" type="sib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04B62B2A-9452-453E-8B2C-887E9ECE699C}" type="par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1AAEBFD2-1904-40EC-B507-B58212BCE256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D0F40944-7AFC-4B87-9D80-8A30147A632B}" type="sib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6772D385-ECFA-496E-AE8C-38BB7D667807}" type="par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38C997E1-4B81-4A24-B5F3-B78C8A11ADDE}" type="pres">
      <dgm:prSet presAssocID="{B44DBC33-476C-40E9-A669-A2F5A264B47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438B8D-43B0-4239-80FC-10727277BAC8}" type="pres">
      <dgm:prSet presAssocID="{53BC9ADB-905F-43A6-A6A5-D8D3D1D66C80}" presName="root" presStyleCnt="0"/>
      <dgm:spPr/>
    </dgm:pt>
    <dgm:pt modelId="{4F89E548-0587-495C-8032-0834E2D83CFB}" type="pres">
      <dgm:prSet presAssocID="{53BC9ADB-905F-43A6-A6A5-D8D3D1D66C80}" presName="rootComposite" presStyleCnt="0"/>
      <dgm:spPr/>
    </dgm:pt>
    <dgm:pt modelId="{2A4A8FBC-9EDC-49B6-A0FF-134758A6F05E}" type="pres">
      <dgm:prSet presAssocID="{53BC9ADB-905F-43A6-A6A5-D8D3D1D66C80}" presName="rootText" presStyleLbl="node1" presStyleIdx="0" presStyleCnt="1" custScaleX="137675"/>
      <dgm:spPr/>
      <dgm:t>
        <a:bodyPr/>
        <a:lstStyle/>
        <a:p>
          <a:endParaRPr lang="en-US"/>
        </a:p>
      </dgm:t>
    </dgm:pt>
    <dgm:pt modelId="{B524FB00-26BB-4DB4-9B1C-BF7F850BD505}" type="pres">
      <dgm:prSet presAssocID="{53BC9ADB-905F-43A6-A6A5-D8D3D1D66C80}" presName="rootConnector" presStyleLbl="node1" presStyleIdx="0" presStyleCnt="1"/>
      <dgm:spPr/>
      <dgm:t>
        <a:bodyPr/>
        <a:lstStyle/>
        <a:p>
          <a:endParaRPr lang="en-US"/>
        </a:p>
      </dgm:t>
    </dgm:pt>
    <dgm:pt modelId="{93F2C0BF-1D26-46A2-A5C7-4DF60D1303DA}" type="pres">
      <dgm:prSet presAssocID="{53BC9ADB-905F-43A6-A6A5-D8D3D1D66C80}" presName="childShape" presStyleCnt="0"/>
      <dgm:spPr/>
    </dgm:pt>
    <dgm:pt modelId="{CB9897A4-1949-43E3-820D-F316E62B616A}" type="pres">
      <dgm:prSet presAssocID="{04B62B2A-9452-453E-8B2C-887E9ECE699C}" presName="Name13" presStyleLbl="parChTrans1D2" presStyleIdx="0" presStyleCnt="3"/>
      <dgm:spPr/>
      <dgm:t>
        <a:bodyPr/>
        <a:lstStyle/>
        <a:p>
          <a:endParaRPr lang="en-US"/>
        </a:p>
      </dgm:t>
    </dgm:pt>
    <dgm:pt modelId="{CEE74E82-9B19-4FB0-A2C3-167288B7B5B5}" type="pres">
      <dgm:prSet presAssocID="{176AF243-C093-4E42-BAE7-E52A528CA40D}" presName="childText" presStyleLbl="bgAcc1" presStyleIdx="0" presStyleCnt="3" custScaleX="1599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89690C-FCE6-4ECC-BDF3-F3F5401F40B6}" type="pres">
      <dgm:prSet presAssocID="{8EAEBED3-3A48-43ED-A074-96277FAA1614}" presName="Name13" presStyleLbl="parChTrans1D2" presStyleIdx="1" presStyleCnt="3"/>
      <dgm:spPr/>
      <dgm:t>
        <a:bodyPr/>
        <a:lstStyle/>
        <a:p>
          <a:endParaRPr lang="en-US"/>
        </a:p>
      </dgm:t>
    </dgm:pt>
    <dgm:pt modelId="{B5E05D5E-50B2-4502-B313-51B797A19A5E}" type="pres">
      <dgm:prSet presAssocID="{10F939E6-4E26-47A7-AE88-E7C29FB54EC7}" presName="childText" presStyleLbl="bgAcc1" presStyleIdx="1" presStyleCnt="3" custScaleX="1607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DE44D4-E231-465F-98B3-CD1EF9BDE0F3}" type="pres">
      <dgm:prSet presAssocID="{6772D385-ECFA-496E-AE8C-38BB7D667807}" presName="Name13" presStyleLbl="parChTrans1D2" presStyleIdx="2" presStyleCnt="3"/>
      <dgm:spPr/>
      <dgm:t>
        <a:bodyPr/>
        <a:lstStyle/>
        <a:p>
          <a:endParaRPr lang="en-US"/>
        </a:p>
      </dgm:t>
    </dgm:pt>
    <dgm:pt modelId="{020FD29D-EE7B-4514-BD24-967376FD702F}" type="pres">
      <dgm:prSet presAssocID="{1AAEBFD2-1904-40EC-B507-B58212BCE256}" presName="childText" presStyleLbl="bgAcc1" presStyleIdx="2" presStyleCnt="3" custScaleX="1579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69460AC-E837-46A5-8617-5C44E2C1CA1B}" type="presOf" srcId="{8EAEBED3-3A48-43ED-A074-96277FAA1614}" destId="{3889690C-FCE6-4ECC-BDF3-F3F5401F40B6}" srcOrd="0" destOrd="0" presId="urn:microsoft.com/office/officeart/2005/8/layout/hierarchy3"/>
    <dgm:cxn modelId="{C331701E-B44A-4A86-9D54-740E73849FE5}" type="presOf" srcId="{53BC9ADB-905F-43A6-A6A5-D8D3D1D66C80}" destId="{2A4A8FBC-9EDC-49B6-A0FF-134758A6F05E}" srcOrd="0" destOrd="0" presId="urn:microsoft.com/office/officeart/2005/8/layout/hierarchy3"/>
    <dgm:cxn modelId="{C447272F-4028-4AB0-8A7A-6B9A3F917498}" type="presOf" srcId="{10F939E6-4E26-47A7-AE88-E7C29FB54EC7}" destId="{B5E05D5E-50B2-4502-B313-51B797A19A5E}" srcOrd="0" destOrd="0" presId="urn:microsoft.com/office/officeart/2005/8/layout/hierarchy3"/>
    <dgm:cxn modelId="{FAFC0E8E-4373-4680-9213-8B92EF758088}" type="presOf" srcId="{176AF243-C093-4E42-BAE7-E52A528CA40D}" destId="{CEE74E82-9B19-4FB0-A2C3-167288B7B5B5}" srcOrd="0" destOrd="0" presId="urn:microsoft.com/office/officeart/2005/8/layout/hierarchy3"/>
    <dgm:cxn modelId="{7BE8CDC2-6094-4415-9FAB-54FEA318063F}" srcId="{53BC9ADB-905F-43A6-A6A5-D8D3D1D66C80}" destId="{1AAEBFD2-1904-40EC-B507-B58212BCE256}" srcOrd="2" destOrd="0" parTransId="{6772D385-ECFA-496E-AE8C-38BB7D667807}" sibTransId="{D0F40944-7AFC-4B87-9D80-8A30147A632B}"/>
    <dgm:cxn modelId="{A4E6CC35-1820-4A4E-8F75-4DB9D00C8464}" type="presOf" srcId="{B44DBC33-476C-40E9-A669-A2F5A264B472}" destId="{38C997E1-4B81-4A24-B5F3-B78C8A11ADDE}" srcOrd="0" destOrd="0" presId="urn:microsoft.com/office/officeart/2005/8/layout/hierarchy3"/>
    <dgm:cxn modelId="{CF29EA2C-55DB-4CB1-BDE0-9FA36C01029C}" type="presOf" srcId="{53BC9ADB-905F-43A6-A6A5-D8D3D1D66C80}" destId="{B524FB00-26BB-4DB4-9B1C-BF7F850BD505}" srcOrd="1" destOrd="0" presId="urn:microsoft.com/office/officeart/2005/8/layout/hierarchy3"/>
    <dgm:cxn modelId="{8D8B9759-9118-42ED-AA70-71B92C3311F0}" srcId="{53BC9ADB-905F-43A6-A6A5-D8D3D1D66C80}" destId="{10F939E6-4E26-47A7-AE88-E7C29FB54EC7}" srcOrd="1" destOrd="0" parTransId="{8EAEBED3-3A48-43ED-A074-96277FAA1614}" sibTransId="{DFA1A1CF-606D-49C2-B51C-93C7561C452F}"/>
    <dgm:cxn modelId="{07958DDF-4967-4081-A2C0-6D1C47C327EB}" srcId="{B44DBC33-476C-40E9-A669-A2F5A264B472}" destId="{53BC9ADB-905F-43A6-A6A5-D8D3D1D66C80}" srcOrd="0" destOrd="0" parTransId="{2C21CC07-104A-4C29-9C68-422071B8FB57}" sibTransId="{9DB98699-664B-4FFF-A3D4-7A2B3BBE30B4}"/>
    <dgm:cxn modelId="{19B2CBD5-F18B-404B-8AA2-F15F5195E9E6}" type="presOf" srcId="{04B62B2A-9452-453E-8B2C-887E9ECE699C}" destId="{CB9897A4-1949-43E3-820D-F316E62B616A}" srcOrd="0" destOrd="0" presId="urn:microsoft.com/office/officeart/2005/8/layout/hierarchy3"/>
    <dgm:cxn modelId="{7E664081-E197-46C6-8C5C-00FD2E522778}" type="presOf" srcId="{6772D385-ECFA-496E-AE8C-38BB7D667807}" destId="{B1DE44D4-E231-465F-98B3-CD1EF9BDE0F3}" srcOrd="0" destOrd="0" presId="urn:microsoft.com/office/officeart/2005/8/layout/hierarchy3"/>
    <dgm:cxn modelId="{112B039B-0D97-4044-83A0-3F4D8593B556}" type="presOf" srcId="{1AAEBFD2-1904-40EC-B507-B58212BCE256}" destId="{020FD29D-EE7B-4514-BD24-967376FD702F}" srcOrd="0" destOrd="0" presId="urn:microsoft.com/office/officeart/2005/8/layout/hierarchy3"/>
    <dgm:cxn modelId="{21EFEEF5-1DDD-4DF7-B1EF-AAC62E285A53}" srcId="{53BC9ADB-905F-43A6-A6A5-D8D3D1D66C80}" destId="{176AF243-C093-4E42-BAE7-E52A528CA40D}" srcOrd="0" destOrd="0" parTransId="{04B62B2A-9452-453E-8B2C-887E9ECE699C}" sibTransId="{C67BB8FD-C274-4C00-B638-09A9EC9B36E4}"/>
    <dgm:cxn modelId="{A5403804-15A5-4982-8D67-86C31CC7E0F9}" type="presParOf" srcId="{38C997E1-4B81-4A24-B5F3-B78C8A11ADDE}" destId="{0F438B8D-43B0-4239-80FC-10727277BAC8}" srcOrd="0" destOrd="0" presId="urn:microsoft.com/office/officeart/2005/8/layout/hierarchy3"/>
    <dgm:cxn modelId="{51300787-018D-4D14-905A-EF32AE0D0FC3}" type="presParOf" srcId="{0F438B8D-43B0-4239-80FC-10727277BAC8}" destId="{4F89E548-0587-495C-8032-0834E2D83CFB}" srcOrd="0" destOrd="0" presId="urn:microsoft.com/office/officeart/2005/8/layout/hierarchy3"/>
    <dgm:cxn modelId="{A4AB6909-4C06-45E6-9DED-CF8B189B382B}" type="presParOf" srcId="{4F89E548-0587-495C-8032-0834E2D83CFB}" destId="{2A4A8FBC-9EDC-49B6-A0FF-134758A6F05E}" srcOrd="0" destOrd="0" presId="urn:microsoft.com/office/officeart/2005/8/layout/hierarchy3"/>
    <dgm:cxn modelId="{AC5C78CC-0F91-43A3-91C7-EF1DA704F0DF}" type="presParOf" srcId="{4F89E548-0587-495C-8032-0834E2D83CFB}" destId="{B524FB00-26BB-4DB4-9B1C-BF7F850BD505}" srcOrd="1" destOrd="0" presId="urn:microsoft.com/office/officeart/2005/8/layout/hierarchy3"/>
    <dgm:cxn modelId="{A1336122-13AD-4B32-9741-698229D3DEE0}" type="presParOf" srcId="{0F438B8D-43B0-4239-80FC-10727277BAC8}" destId="{93F2C0BF-1D26-46A2-A5C7-4DF60D1303DA}" srcOrd="1" destOrd="0" presId="urn:microsoft.com/office/officeart/2005/8/layout/hierarchy3"/>
    <dgm:cxn modelId="{7FB2BEB8-1F40-4549-B192-A9844C55F468}" type="presParOf" srcId="{93F2C0BF-1D26-46A2-A5C7-4DF60D1303DA}" destId="{CB9897A4-1949-43E3-820D-F316E62B616A}" srcOrd="0" destOrd="0" presId="urn:microsoft.com/office/officeart/2005/8/layout/hierarchy3"/>
    <dgm:cxn modelId="{FC8DEC1D-9B65-4774-909D-94601BFDCC81}" type="presParOf" srcId="{93F2C0BF-1D26-46A2-A5C7-4DF60D1303DA}" destId="{CEE74E82-9B19-4FB0-A2C3-167288B7B5B5}" srcOrd="1" destOrd="0" presId="urn:microsoft.com/office/officeart/2005/8/layout/hierarchy3"/>
    <dgm:cxn modelId="{D8C07B1E-A108-40D0-91E8-8912528B37D2}" type="presParOf" srcId="{93F2C0BF-1D26-46A2-A5C7-4DF60D1303DA}" destId="{3889690C-FCE6-4ECC-BDF3-F3F5401F40B6}" srcOrd="2" destOrd="0" presId="urn:microsoft.com/office/officeart/2005/8/layout/hierarchy3"/>
    <dgm:cxn modelId="{7F6522D4-9EC4-40BA-88B5-16B24B42DF80}" type="presParOf" srcId="{93F2C0BF-1D26-46A2-A5C7-4DF60D1303DA}" destId="{B5E05D5E-50B2-4502-B313-51B797A19A5E}" srcOrd="3" destOrd="0" presId="urn:microsoft.com/office/officeart/2005/8/layout/hierarchy3"/>
    <dgm:cxn modelId="{79D25460-BEBB-4249-8FC7-CF6DBF8B732A}" type="presParOf" srcId="{93F2C0BF-1D26-46A2-A5C7-4DF60D1303DA}" destId="{B1DE44D4-E231-465F-98B3-CD1EF9BDE0F3}" srcOrd="4" destOrd="0" presId="urn:microsoft.com/office/officeart/2005/8/layout/hierarchy3"/>
    <dgm:cxn modelId="{46548503-E199-4F82-A218-DF4604A7CD95}" type="presParOf" srcId="{93F2C0BF-1D26-46A2-A5C7-4DF60D1303DA}" destId="{020FD29D-EE7B-4514-BD24-967376FD702F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44DBC33-476C-40E9-A669-A2F5A264B472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0F939E6-4E26-47A7-AE88-E7C29FB54EC7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Second Normal Form (2NF</a:t>
          </a:r>
          <a:r>
            <a:rPr lang="en-IN" sz="2000" b="0" i="0" dirty="0" smtClean="0">
              <a:latin typeface="+mn-lt"/>
              <a:cs typeface="Arial Narrow" panose="020B0604020202020204" pitchFamily="34" charset="0"/>
            </a:rPr>
            <a:t>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176AF243-C093-4E42-BAE7-E52A528CA40D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53BC9ADB-905F-43A6-A6A5-D8D3D1D66C80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9DB98699-664B-4FFF-A3D4-7A2B3BBE30B4}" type="sib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2C21CC07-104A-4C29-9C68-422071B8FB57}" type="par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DFA1A1CF-606D-49C2-B51C-93C7561C452F}" type="sib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8EAEBED3-3A48-43ED-A074-96277FAA1614}" type="par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C67BB8FD-C274-4C00-B638-09A9EC9B36E4}" type="sib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04B62B2A-9452-453E-8B2C-887E9ECE699C}" type="par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1AAEBFD2-1904-40EC-B507-B58212BCE256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D0F40944-7AFC-4B87-9D80-8A30147A632B}" type="sib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6772D385-ECFA-496E-AE8C-38BB7D667807}" type="par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38C997E1-4B81-4A24-B5F3-B78C8A11ADDE}" type="pres">
      <dgm:prSet presAssocID="{B44DBC33-476C-40E9-A669-A2F5A264B47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438B8D-43B0-4239-80FC-10727277BAC8}" type="pres">
      <dgm:prSet presAssocID="{53BC9ADB-905F-43A6-A6A5-D8D3D1D66C80}" presName="root" presStyleCnt="0"/>
      <dgm:spPr/>
    </dgm:pt>
    <dgm:pt modelId="{4F89E548-0587-495C-8032-0834E2D83CFB}" type="pres">
      <dgm:prSet presAssocID="{53BC9ADB-905F-43A6-A6A5-D8D3D1D66C80}" presName="rootComposite" presStyleCnt="0"/>
      <dgm:spPr/>
    </dgm:pt>
    <dgm:pt modelId="{2A4A8FBC-9EDC-49B6-A0FF-134758A6F05E}" type="pres">
      <dgm:prSet presAssocID="{53BC9ADB-905F-43A6-A6A5-D8D3D1D66C80}" presName="rootText" presStyleLbl="node1" presStyleIdx="0" presStyleCnt="1" custScaleX="137675"/>
      <dgm:spPr/>
      <dgm:t>
        <a:bodyPr/>
        <a:lstStyle/>
        <a:p>
          <a:endParaRPr lang="en-US"/>
        </a:p>
      </dgm:t>
    </dgm:pt>
    <dgm:pt modelId="{B524FB00-26BB-4DB4-9B1C-BF7F850BD505}" type="pres">
      <dgm:prSet presAssocID="{53BC9ADB-905F-43A6-A6A5-D8D3D1D66C80}" presName="rootConnector" presStyleLbl="node1" presStyleIdx="0" presStyleCnt="1"/>
      <dgm:spPr/>
      <dgm:t>
        <a:bodyPr/>
        <a:lstStyle/>
        <a:p>
          <a:endParaRPr lang="en-US"/>
        </a:p>
      </dgm:t>
    </dgm:pt>
    <dgm:pt modelId="{93F2C0BF-1D26-46A2-A5C7-4DF60D1303DA}" type="pres">
      <dgm:prSet presAssocID="{53BC9ADB-905F-43A6-A6A5-D8D3D1D66C80}" presName="childShape" presStyleCnt="0"/>
      <dgm:spPr/>
    </dgm:pt>
    <dgm:pt modelId="{CB9897A4-1949-43E3-820D-F316E62B616A}" type="pres">
      <dgm:prSet presAssocID="{04B62B2A-9452-453E-8B2C-887E9ECE699C}" presName="Name13" presStyleLbl="parChTrans1D2" presStyleIdx="0" presStyleCnt="3"/>
      <dgm:spPr/>
      <dgm:t>
        <a:bodyPr/>
        <a:lstStyle/>
        <a:p>
          <a:endParaRPr lang="en-US"/>
        </a:p>
      </dgm:t>
    </dgm:pt>
    <dgm:pt modelId="{CEE74E82-9B19-4FB0-A2C3-167288B7B5B5}" type="pres">
      <dgm:prSet presAssocID="{176AF243-C093-4E42-BAE7-E52A528CA40D}" presName="childText" presStyleLbl="bgAcc1" presStyleIdx="0" presStyleCnt="3" custScaleX="1599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89690C-FCE6-4ECC-BDF3-F3F5401F40B6}" type="pres">
      <dgm:prSet presAssocID="{8EAEBED3-3A48-43ED-A074-96277FAA1614}" presName="Name13" presStyleLbl="parChTrans1D2" presStyleIdx="1" presStyleCnt="3"/>
      <dgm:spPr/>
      <dgm:t>
        <a:bodyPr/>
        <a:lstStyle/>
        <a:p>
          <a:endParaRPr lang="en-US"/>
        </a:p>
      </dgm:t>
    </dgm:pt>
    <dgm:pt modelId="{B5E05D5E-50B2-4502-B313-51B797A19A5E}" type="pres">
      <dgm:prSet presAssocID="{10F939E6-4E26-47A7-AE88-E7C29FB54EC7}" presName="childText" presStyleLbl="bgAcc1" presStyleIdx="1" presStyleCnt="3" custScaleX="160792" custLinFactNeighborX="5290" custLinFactNeighborY="19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DE44D4-E231-465F-98B3-CD1EF9BDE0F3}" type="pres">
      <dgm:prSet presAssocID="{6772D385-ECFA-496E-AE8C-38BB7D667807}" presName="Name13" presStyleLbl="parChTrans1D2" presStyleIdx="2" presStyleCnt="3"/>
      <dgm:spPr/>
      <dgm:t>
        <a:bodyPr/>
        <a:lstStyle/>
        <a:p>
          <a:endParaRPr lang="en-US"/>
        </a:p>
      </dgm:t>
    </dgm:pt>
    <dgm:pt modelId="{020FD29D-EE7B-4514-BD24-967376FD702F}" type="pres">
      <dgm:prSet presAssocID="{1AAEBFD2-1904-40EC-B507-B58212BCE256}" presName="childText" presStyleLbl="bgAcc1" presStyleIdx="2" presStyleCnt="3" custScaleX="1579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8B9759-9118-42ED-AA70-71B92C3311F0}" srcId="{53BC9ADB-905F-43A6-A6A5-D8D3D1D66C80}" destId="{10F939E6-4E26-47A7-AE88-E7C29FB54EC7}" srcOrd="1" destOrd="0" parTransId="{8EAEBED3-3A48-43ED-A074-96277FAA1614}" sibTransId="{DFA1A1CF-606D-49C2-B51C-93C7561C452F}"/>
    <dgm:cxn modelId="{A4E6CC35-1820-4A4E-8F75-4DB9D00C8464}" type="presOf" srcId="{B44DBC33-476C-40E9-A669-A2F5A264B472}" destId="{38C997E1-4B81-4A24-B5F3-B78C8A11ADDE}" srcOrd="0" destOrd="0" presId="urn:microsoft.com/office/officeart/2005/8/layout/hierarchy3"/>
    <dgm:cxn modelId="{C331701E-B44A-4A86-9D54-740E73849FE5}" type="presOf" srcId="{53BC9ADB-905F-43A6-A6A5-D8D3D1D66C80}" destId="{2A4A8FBC-9EDC-49B6-A0FF-134758A6F05E}" srcOrd="0" destOrd="0" presId="urn:microsoft.com/office/officeart/2005/8/layout/hierarchy3"/>
    <dgm:cxn modelId="{112B039B-0D97-4044-83A0-3F4D8593B556}" type="presOf" srcId="{1AAEBFD2-1904-40EC-B507-B58212BCE256}" destId="{020FD29D-EE7B-4514-BD24-967376FD702F}" srcOrd="0" destOrd="0" presId="urn:microsoft.com/office/officeart/2005/8/layout/hierarchy3"/>
    <dgm:cxn modelId="{7E664081-E197-46C6-8C5C-00FD2E522778}" type="presOf" srcId="{6772D385-ECFA-496E-AE8C-38BB7D667807}" destId="{B1DE44D4-E231-465F-98B3-CD1EF9BDE0F3}" srcOrd="0" destOrd="0" presId="urn:microsoft.com/office/officeart/2005/8/layout/hierarchy3"/>
    <dgm:cxn modelId="{CF29EA2C-55DB-4CB1-BDE0-9FA36C01029C}" type="presOf" srcId="{53BC9ADB-905F-43A6-A6A5-D8D3D1D66C80}" destId="{B524FB00-26BB-4DB4-9B1C-BF7F850BD505}" srcOrd="1" destOrd="0" presId="urn:microsoft.com/office/officeart/2005/8/layout/hierarchy3"/>
    <dgm:cxn modelId="{21EFEEF5-1DDD-4DF7-B1EF-AAC62E285A53}" srcId="{53BC9ADB-905F-43A6-A6A5-D8D3D1D66C80}" destId="{176AF243-C093-4E42-BAE7-E52A528CA40D}" srcOrd="0" destOrd="0" parTransId="{04B62B2A-9452-453E-8B2C-887E9ECE699C}" sibTransId="{C67BB8FD-C274-4C00-B638-09A9EC9B36E4}"/>
    <dgm:cxn modelId="{7BE8CDC2-6094-4415-9FAB-54FEA318063F}" srcId="{53BC9ADB-905F-43A6-A6A5-D8D3D1D66C80}" destId="{1AAEBFD2-1904-40EC-B507-B58212BCE256}" srcOrd="2" destOrd="0" parTransId="{6772D385-ECFA-496E-AE8C-38BB7D667807}" sibTransId="{D0F40944-7AFC-4B87-9D80-8A30147A632B}"/>
    <dgm:cxn modelId="{07958DDF-4967-4081-A2C0-6D1C47C327EB}" srcId="{B44DBC33-476C-40E9-A669-A2F5A264B472}" destId="{53BC9ADB-905F-43A6-A6A5-D8D3D1D66C80}" srcOrd="0" destOrd="0" parTransId="{2C21CC07-104A-4C29-9C68-422071B8FB57}" sibTransId="{9DB98699-664B-4FFF-A3D4-7A2B3BBE30B4}"/>
    <dgm:cxn modelId="{19B2CBD5-F18B-404B-8AA2-F15F5195E9E6}" type="presOf" srcId="{04B62B2A-9452-453E-8B2C-887E9ECE699C}" destId="{CB9897A4-1949-43E3-820D-F316E62B616A}" srcOrd="0" destOrd="0" presId="urn:microsoft.com/office/officeart/2005/8/layout/hierarchy3"/>
    <dgm:cxn modelId="{FAFC0E8E-4373-4680-9213-8B92EF758088}" type="presOf" srcId="{176AF243-C093-4E42-BAE7-E52A528CA40D}" destId="{CEE74E82-9B19-4FB0-A2C3-167288B7B5B5}" srcOrd="0" destOrd="0" presId="urn:microsoft.com/office/officeart/2005/8/layout/hierarchy3"/>
    <dgm:cxn modelId="{C447272F-4028-4AB0-8A7A-6B9A3F917498}" type="presOf" srcId="{10F939E6-4E26-47A7-AE88-E7C29FB54EC7}" destId="{B5E05D5E-50B2-4502-B313-51B797A19A5E}" srcOrd="0" destOrd="0" presId="urn:microsoft.com/office/officeart/2005/8/layout/hierarchy3"/>
    <dgm:cxn modelId="{969460AC-E837-46A5-8617-5C44E2C1CA1B}" type="presOf" srcId="{8EAEBED3-3A48-43ED-A074-96277FAA1614}" destId="{3889690C-FCE6-4ECC-BDF3-F3F5401F40B6}" srcOrd="0" destOrd="0" presId="urn:microsoft.com/office/officeart/2005/8/layout/hierarchy3"/>
    <dgm:cxn modelId="{A5403804-15A5-4982-8D67-86C31CC7E0F9}" type="presParOf" srcId="{38C997E1-4B81-4A24-B5F3-B78C8A11ADDE}" destId="{0F438B8D-43B0-4239-80FC-10727277BAC8}" srcOrd="0" destOrd="0" presId="urn:microsoft.com/office/officeart/2005/8/layout/hierarchy3"/>
    <dgm:cxn modelId="{51300787-018D-4D14-905A-EF32AE0D0FC3}" type="presParOf" srcId="{0F438B8D-43B0-4239-80FC-10727277BAC8}" destId="{4F89E548-0587-495C-8032-0834E2D83CFB}" srcOrd="0" destOrd="0" presId="urn:microsoft.com/office/officeart/2005/8/layout/hierarchy3"/>
    <dgm:cxn modelId="{A4AB6909-4C06-45E6-9DED-CF8B189B382B}" type="presParOf" srcId="{4F89E548-0587-495C-8032-0834E2D83CFB}" destId="{2A4A8FBC-9EDC-49B6-A0FF-134758A6F05E}" srcOrd="0" destOrd="0" presId="urn:microsoft.com/office/officeart/2005/8/layout/hierarchy3"/>
    <dgm:cxn modelId="{AC5C78CC-0F91-43A3-91C7-EF1DA704F0DF}" type="presParOf" srcId="{4F89E548-0587-495C-8032-0834E2D83CFB}" destId="{B524FB00-26BB-4DB4-9B1C-BF7F850BD505}" srcOrd="1" destOrd="0" presId="urn:microsoft.com/office/officeart/2005/8/layout/hierarchy3"/>
    <dgm:cxn modelId="{A1336122-13AD-4B32-9741-698229D3DEE0}" type="presParOf" srcId="{0F438B8D-43B0-4239-80FC-10727277BAC8}" destId="{93F2C0BF-1D26-46A2-A5C7-4DF60D1303DA}" srcOrd="1" destOrd="0" presId="urn:microsoft.com/office/officeart/2005/8/layout/hierarchy3"/>
    <dgm:cxn modelId="{7FB2BEB8-1F40-4549-B192-A9844C55F468}" type="presParOf" srcId="{93F2C0BF-1D26-46A2-A5C7-4DF60D1303DA}" destId="{CB9897A4-1949-43E3-820D-F316E62B616A}" srcOrd="0" destOrd="0" presId="urn:microsoft.com/office/officeart/2005/8/layout/hierarchy3"/>
    <dgm:cxn modelId="{FC8DEC1D-9B65-4774-909D-94601BFDCC81}" type="presParOf" srcId="{93F2C0BF-1D26-46A2-A5C7-4DF60D1303DA}" destId="{CEE74E82-9B19-4FB0-A2C3-167288B7B5B5}" srcOrd="1" destOrd="0" presId="urn:microsoft.com/office/officeart/2005/8/layout/hierarchy3"/>
    <dgm:cxn modelId="{D8C07B1E-A108-40D0-91E8-8912528B37D2}" type="presParOf" srcId="{93F2C0BF-1D26-46A2-A5C7-4DF60D1303DA}" destId="{3889690C-FCE6-4ECC-BDF3-F3F5401F40B6}" srcOrd="2" destOrd="0" presId="urn:microsoft.com/office/officeart/2005/8/layout/hierarchy3"/>
    <dgm:cxn modelId="{7F6522D4-9EC4-40BA-88B5-16B24B42DF80}" type="presParOf" srcId="{93F2C0BF-1D26-46A2-A5C7-4DF60D1303DA}" destId="{B5E05D5E-50B2-4502-B313-51B797A19A5E}" srcOrd="3" destOrd="0" presId="urn:microsoft.com/office/officeart/2005/8/layout/hierarchy3"/>
    <dgm:cxn modelId="{79D25460-BEBB-4249-8FC7-CF6DBF8B732A}" type="presParOf" srcId="{93F2C0BF-1D26-46A2-A5C7-4DF60D1303DA}" destId="{B1DE44D4-E231-465F-98B3-CD1EF9BDE0F3}" srcOrd="4" destOrd="0" presId="urn:microsoft.com/office/officeart/2005/8/layout/hierarchy3"/>
    <dgm:cxn modelId="{46548503-E199-4F82-A218-DF4604A7CD95}" type="presParOf" srcId="{93F2C0BF-1D26-46A2-A5C7-4DF60D1303DA}" destId="{020FD29D-EE7B-4514-BD24-967376FD702F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4DBC33-476C-40E9-A669-A2F5A264B472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0F939E6-4E26-47A7-AE88-E7C29FB54EC7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Second Normal Form (2NF)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176AF243-C093-4E42-BAE7-E52A528CA40D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53BC9ADB-905F-43A6-A6A5-D8D3D1D66C80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9DB98699-664B-4FFF-A3D4-7A2B3BBE30B4}" type="sib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2C21CC07-104A-4C29-9C68-422071B8FB57}" type="par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DFA1A1CF-606D-49C2-B51C-93C7561C452F}" type="sib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8EAEBED3-3A48-43ED-A074-96277FAA1614}" type="par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C67BB8FD-C274-4C00-B638-09A9EC9B36E4}" type="sib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04B62B2A-9452-453E-8B2C-887E9ECE699C}" type="par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1AAEBFD2-1904-40EC-B507-B58212BCE256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D0F40944-7AFC-4B87-9D80-8A30147A632B}" type="sib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6772D385-ECFA-496E-AE8C-38BB7D667807}" type="par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38C997E1-4B81-4A24-B5F3-B78C8A11ADDE}" type="pres">
      <dgm:prSet presAssocID="{B44DBC33-476C-40E9-A669-A2F5A264B47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438B8D-43B0-4239-80FC-10727277BAC8}" type="pres">
      <dgm:prSet presAssocID="{53BC9ADB-905F-43A6-A6A5-D8D3D1D66C80}" presName="root" presStyleCnt="0"/>
      <dgm:spPr/>
    </dgm:pt>
    <dgm:pt modelId="{4F89E548-0587-495C-8032-0834E2D83CFB}" type="pres">
      <dgm:prSet presAssocID="{53BC9ADB-905F-43A6-A6A5-D8D3D1D66C80}" presName="rootComposite" presStyleCnt="0"/>
      <dgm:spPr/>
    </dgm:pt>
    <dgm:pt modelId="{2A4A8FBC-9EDC-49B6-A0FF-134758A6F05E}" type="pres">
      <dgm:prSet presAssocID="{53BC9ADB-905F-43A6-A6A5-D8D3D1D66C80}" presName="rootText" presStyleLbl="node1" presStyleIdx="0" presStyleCnt="1" custScaleX="137675"/>
      <dgm:spPr/>
      <dgm:t>
        <a:bodyPr/>
        <a:lstStyle/>
        <a:p>
          <a:endParaRPr lang="en-US"/>
        </a:p>
      </dgm:t>
    </dgm:pt>
    <dgm:pt modelId="{B524FB00-26BB-4DB4-9B1C-BF7F850BD505}" type="pres">
      <dgm:prSet presAssocID="{53BC9ADB-905F-43A6-A6A5-D8D3D1D66C80}" presName="rootConnector" presStyleLbl="node1" presStyleIdx="0" presStyleCnt="1"/>
      <dgm:spPr/>
      <dgm:t>
        <a:bodyPr/>
        <a:lstStyle/>
        <a:p>
          <a:endParaRPr lang="en-US"/>
        </a:p>
      </dgm:t>
    </dgm:pt>
    <dgm:pt modelId="{93F2C0BF-1D26-46A2-A5C7-4DF60D1303DA}" type="pres">
      <dgm:prSet presAssocID="{53BC9ADB-905F-43A6-A6A5-D8D3D1D66C80}" presName="childShape" presStyleCnt="0"/>
      <dgm:spPr/>
    </dgm:pt>
    <dgm:pt modelId="{CB9897A4-1949-43E3-820D-F316E62B616A}" type="pres">
      <dgm:prSet presAssocID="{04B62B2A-9452-453E-8B2C-887E9ECE699C}" presName="Name13" presStyleLbl="parChTrans1D2" presStyleIdx="0" presStyleCnt="3"/>
      <dgm:spPr/>
      <dgm:t>
        <a:bodyPr/>
        <a:lstStyle/>
        <a:p>
          <a:endParaRPr lang="en-US"/>
        </a:p>
      </dgm:t>
    </dgm:pt>
    <dgm:pt modelId="{CEE74E82-9B19-4FB0-A2C3-167288B7B5B5}" type="pres">
      <dgm:prSet presAssocID="{176AF243-C093-4E42-BAE7-E52A528CA40D}" presName="childText" presStyleLbl="bgAcc1" presStyleIdx="0" presStyleCnt="3" custScaleX="159943" custLinFactNeighborX="35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89690C-FCE6-4ECC-BDF3-F3F5401F40B6}" type="pres">
      <dgm:prSet presAssocID="{8EAEBED3-3A48-43ED-A074-96277FAA1614}" presName="Name13" presStyleLbl="parChTrans1D2" presStyleIdx="1" presStyleCnt="3"/>
      <dgm:spPr/>
      <dgm:t>
        <a:bodyPr/>
        <a:lstStyle/>
        <a:p>
          <a:endParaRPr lang="en-US"/>
        </a:p>
      </dgm:t>
    </dgm:pt>
    <dgm:pt modelId="{B5E05D5E-50B2-4502-B313-51B797A19A5E}" type="pres">
      <dgm:prSet presAssocID="{10F939E6-4E26-47A7-AE88-E7C29FB54EC7}" presName="childText" presStyleLbl="bgAcc1" presStyleIdx="1" presStyleCnt="3" custScaleX="1607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DE44D4-E231-465F-98B3-CD1EF9BDE0F3}" type="pres">
      <dgm:prSet presAssocID="{6772D385-ECFA-496E-AE8C-38BB7D667807}" presName="Name13" presStyleLbl="parChTrans1D2" presStyleIdx="2" presStyleCnt="3"/>
      <dgm:spPr/>
      <dgm:t>
        <a:bodyPr/>
        <a:lstStyle/>
        <a:p>
          <a:endParaRPr lang="en-US"/>
        </a:p>
      </dgm:t>
    </dgm:pt>
    <dgm:pt modelId="{020FD29D-EE7B-4514-BD24-967376FD702F}" type="pres">
      <dgm:prSet presAssocID="{1AAEBFD2-1904-40EC-B507-B58212BCE256}" presName="childText" presStyleLbl="bgAcc1" presStyleIdx="2" presStyleCnt="3" custScaleX="1579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8B9759-9118-42ED-AA70-71B92C3311F0}" srcId="{53BC9ADB-905F-43A6-A6A5-D8D3D1D66C80}" destId="{10F939E6-4E26-47A7-AE88-E7C29FB54EC7}" srcOrd="1" destOrd="0" parTransId="{8EAEBED3-3A48-43ED-A074-96277FAA1614}" sibTransId="{DFA1A1CF-606D-49C2-B51C-93C7561C452F}"/>
    <dgm:cxn modelId="{A4E6CC35-1820-4A4E-8F75-4DB9D00C8464}" type="presOf" srcId="{B44DBC33-476C-40E9-A669-A2F5A264B472}" destId="{38C997E1-4B81-4A24-B5F3-B78C8A11ADDE}" srcOrd="0" destOrd="0" presId="urn:microsoft.com/office/officeart/2005/8/layout/hierarchy3"/>
    <dgm:cxn modelId="{C331701E-B44A-4A86-9D54-740E73849FE5}" type="presOf" srcId="{53BC9ADB-905F-43A6-A6A5-D8D3D1D66C80}" destId="{2A4A8FBC-9EDC-49B6-A0FF-134758A6F05E}" srcOrd="0" destOrd="0" presId="urn:microsoft.com/office/officeart/2005/8/layout/hierarchy3"/>
    <dgm:cxn modelId="{112B039B-0D97-4044-83A0-3F4D8593B556}" type="presOf" srcId="{1AAEBFD2-1904-40EC-B507-B58212BCE256}" destId="{020FD29D-EE7B-4514-BD24-967376FD702F}" srcOrd="0" destOrd="0" presId="urn:microsoft.com/office/officeart/2005/8/layout/hierarchy3"/>
    <dgm:cxn modelId="{7E664081-E197-46C6-8C5C-00FD2E522778}" type="presOf" srcId="{6772D385-ECFA-496E-AE8C-38BB7D667807}" destId="{B1DE44D4-E231-465F-98B3-CD1EF9BDE0F3}" srcOrd="0" destOrd="0" presId="urn:microsoft.com/office/officeart/2005/8/layout/hierarchy3"/>
    <dgm:cxn modelId="{CF29EA2C-55DB-4CB1-BDE0-9FA36C01029C}" type="presOf" srcId="{53BC9ADB-905F-43A6-A6A5-D8D3D1D66C80}" destId="{B524FB00-26BB-4DB4-9B1C-BF7F850BD505}" srcOrd="1" destOrd="0" presId="urn:microsoft.com/office/officeart/2005/8/layout/hierarchy3"/>
    <dgm:cxn modelId="{21EFEEF5-1DDD-4DF7-B1EF-AAC62E285A53}" srcId="{53BC9ADB-905F-43A6-A6A5-D8D3D1D66C80}" destId="{176AF243-C093-4E42-BAE7-E52A528CA40D}" srcOrd="0" destOrd="0" parTransId="{04B62B2A-9452-453E-8B2C-887E9ECE699C}" sibTransId="{C67BB8FD-C274-4C00-B638-09A9EC9B36E4}"/>
    <dgm:cxn modelId="{7BE8CDC2-6094-4415-9FAB-54FEA318063F}" srcId="{53BC9ADB-905F-43A6-A6A5-D8D3D1D66C80}" destId="{1AAEBFD2-1904-40EC-B507-B58212BCE256}" srcOrd="2" destOrd="0" parTransId="{6772D385-ECFA-496E-AE8C-38BB7D667807}" sibTransId="{D0F40944-7AFC-4B87-9D80-8A30147A632B}"/>
    <dgm:cxn modelId="{07958DDF-4967-4081-A2C0-6D1C47C327EB}" srcId="{B44DBC33-476C-40E9-A669-A2F5A264B472}" destId="{53BC9ADB-905F-43A6-A6A5-D8D3D1D66C80}" srcOrd="0" destOrd="0" parTransId="{2C21CC07-104A-4C29-9C68-422071B8FB57}" sibTransId="{9DB98699-664B-4FFF-A3D4-7A2B3BBE30B4}"/>
    <dgm:cxn modelId="{19B2CBD5-F18B-404B-8AA2-F15F5195E9E6}" type="presOf" srcId="{04B62B2A-9452-453E-8B2C-887E9ECE699C}" destId="{CB9897A4-1949-43E3-820D-F316E62B616A}" srcOrd="0" destOrd="0" presId="urn:microsoft.com/office/officeart/2005/8/layout/hierarchy3"/>
    <dgm:cxn modelId="{FAFC0E8E-4373-4680-9213-8B92EF758088}" type="presOf" srcId="{176AF243-C093-4E42-BAE7-E52A528CA40D}" destId="{CEE74E82-9B19-4FB0-A2C3-167288B7B5B5}" srcOrd="0" destOrd="0" presId="urn:microsoft.com/office/officeart/2005/8/layout/hierarchy3"/>
    <dgm:cxn modelId="{C447272F-4028-4AB0-8A7A-6B9A3F917498}" type="presOf" srcId="{10F939E6-4E26-47A7-AE88-E7C29FB54EC7}" destId="{B5E05D5E-50B2-4502-B313-51B797A19A5E}" srcOrd="0" destOrd="0" presId="urn:microsoft.com/office/officeart/2005/8/layout/hierarchy3"/>
    <dgm:cxn modelId="{969460AC-E837-46A5-8617-5C44E2C1CA1B}" type="presOf" srcId="{8EAEBED3-3A48-43ED-A074-96277FAA1614}" destId="{3889690C-FCE6-4ECC-BDF3-F3F5401F40B6}" srcOrd="0" destOrd="0" presId="urn:microsoft.com/office/officeart/2005/8/layout/hierarchy3"/>
    <dgm:cxn modelId="{A5403804-15A5-4982-8D67-86C31CC7E0F9}" type="presParOf" srcId="{38C997E1-4B81-4A24-B5F3-B78C8A11ADDE}" destId="{0F438B8D-43B0-4239-80FC-10727277BAC8}" srcOrd="0" destOrd="0" presId="urn:microsoft.com/office/officeart/2005/8/layout/hierarchy3"/>
    <dgm:cxn modelId="{51300787-018D-4D14-905A-EF32AE0D0FC3}" type="presParOf" srcId="{0F438B8D-43B0-4239-80FC-10727277BAC8}" destId="{4F89E548-0587-495C-8032-0834E2D83CFB}" srcOrd="0" destOrd="0" presId="urn:microsoft.com/office/officeart/2005/8/layout/hierarchy3"/>
    <dgm:cxn modelId="{A4AB6909-4C06-45E6-9DED-CF8B189B382B}" type="presParOf" srcId="{4F89E548-0587-495C-8032-0834E2D83CFB}" destId="{2A4A8FBC-9EDC-49B6-A0FF-134758A6F05E}" srcOrd="0" destOrd="0" presId="urn:microsoft.com/office/officeart/2005/8/layout/hierarchy3"/>
    <dgm:cxn modelId="{AC5C78CC-0F91-43A3-91C7-EF1DA704F0DF}" type="presParOf" srcId="{4F89E548-0587-495C-8032-0834E2D83CFB}" destId="{B524FB00-26BB-4DB4-9B1C-BF7F850BD505}" srcOrd="1" destOrd="0" presId="urn:microsoft.com/office/officeart/2005/8/layout/hierarchy3"/>
    <dgm:cxn modelId="{A1336122-13AD-4B32-9741-698229D3DEE0}" type="presParOf" srcId="{0F438B8D-43B0-4239-80FC-10727277BAC8}" destId="{93F2C0BF-1D26-46A2-A5C7-4DF60D1303DA}" srcOrd="1" destOrd="0" presId="urn:microsoft.com/office/officeart/2005/8/layout/hierarchy3"/>
    <dgm:cxn modelId="{7FB2BEB8-1F40-4549-B192-A9844C55F468}" type="presParOf" srcId="{93F2C0BF-1D26-46A2-A5C7-4DF60D1303DA}" destId="{CB9897A4-1949-43E3-820D-F316E62B616A}" srcOrd="0" destOrd="0" presId="urn:microsoft.com/office/officeart/2005/8/layout/hierarchy3"/>
    <dgm:cxn modelId="{FC8DEC1D-9B65-4774-909D-94601BFDCC81}" type="presParOf" srcId="{93F2C0BF-1D26-46A2-A5C7-4DF60D1303DA}" destId="{CEE74E82-9B19-4FB0-A2C3-167288B7B5B5}" srcOrd="1" destOrd="0" presId="urn:microsoft.com/office/officeart/2005/8/layout/hierarchy3"/>
    <dgm:cxn modelId="{D8C07B1E-A108-40D0-91E8-8912528B37D2}" type="presParOf" srcId="{93F2C0BF-1D26-46A2-A5C7-4DF60D1303DA}" destId="{3889690C-FCE6-4ECC-BDF3-F3F5401F40B6}" srcOrd="2" destOrd="0" presId="urn:microsoft.com/office/officeart/2005/8/layout/hierarchy3"/>
    <dgm:cxn modelId="{7F6522D4-9EC4-40BA-88B5-16B24B42DF80}" type="presParOf" srcId="{93F2C0BF-1D26-46A2-A5C7-4DF60D1303DA}" destId="{B5E05D5E-50B2-4502-B313-51B797A19A5E}" srcOrd="3" destOrd="0" presId="urn:microsoft.com/office/officeart/2005/8/layout/hierarchy3"/>
    <dgm:cxn modelId="{79D25460-BEBB-4249-8FC7-CF6DBF8B732A}" type="presParOf" srcId="{93F2C0BF-1D26-46A2-A5C7-4DF60D1303DA}" destId="{B1DE44D4-E231-465F-98B3-CD1EF9BDE0F3}" srcOrd="4" destOrd="0" presId="urn:microsoft.com/office/officeart/2005/8/layout/hierarchy3"/>
    <dgm:cxn modelId="{46548503-E199-4F82-A218-DF4604A7CD95}" type="presParOf" srcId="{93F2C0BF-1D26-46A2-A5C7-4DF60D1303DA}" destId="{020FD29D-EE7B-4514-BD24-967376FD702F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44DBC33-476C-40E9-A669-A2F5A264B472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0F939E6-4E26-47A7-AE88-E7C29FB54EC7}">
      <dgm:prSet phldrT="[Text]"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Second Normal Form (2NF)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176AF243-C093-4E42-BAE7-E52A528CA40D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53BC9ADB-905F-43A6-A6A5-D8D3D1D66C80}">
      <dgm:prSet phldrT="[Text]" custT="1"/>
      <dgm:spPr/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9DB98699-664B-4FFF-A3D4-7A2B3BBE30B4}" type="sib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2C21CC07-104A-4C29-9C68-422071B8FB57}" type="parTrans" cxnId="{07958DDF-4967-4081-A2C0-6D1C47C327EB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DFA1A1CF-606D-49C2-B51C-93C7561C452F}" type="sib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8EAEBED3-3A48-43ED-A074-96277FAA1614}" type="parTrans" cxnId="{8D8B9759-9118-42ED-AA70-71B92C3311F0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C67BB8FD-C274-4C00-B638-09A9EC9B36E4}" type="sib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04B62B2A-9452-453E-8B2C-887E9ECE699C}" type="parTrans" cxnId="{21EFEEF5-1DDD-4DF7-B1EF-AAC62E285A53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1AAEBFD2-1904-40EC-B507-B58212BCE256}">
      <dgm:prSet phldrT="[Text]" custT="1"/>
      <dgm:spPr>
        <a:solidFill>
          <a:schemeClr val="bg2">
            <a:alpha val="90000"/>
          </a:schemeClr>
        </a:solidFill>
      </dgm:spPr>
      <dgm:t>
        <a:bodyPr/>
        <a:lstStyle/>
        <a:p>
          <a:r>
            <a:rPr lang="en-IN" sz="2000" b="0" i="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dirty="0">
            <a:latin typeface="+mn-lt"/>
            <a:cs typeface="Arial Narrow" panose="020B0604020202020204" pitchFamily="34" charset="0"/>
          </a:endParaRPr>
        </a:p>
      </dgm:t>
    </dgm:pt>
    <dgm:pt modelId="{D0F40944-7AFC-4B87-9D80-8A30147A632B}" type="sib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6772D385-ECFA-496E-AE8C-38BB7D667807}" type="parTrans" cxnId="{7BE8CDC2-6094-4415-9FAB-54FEA318063F}">
      <dgm:prSet/>
      <dgm:spPr/>
      <dgm:t>
        <a:bodyPr/>
        <a:lstStyle/>
        <a:p>
          <a:endParaRPr lang="en-GB" sz="2600">
            <a:latin typeface="Helvetica LT Std Cond" panose="020B0506020202030204" pitchFamily="34" charset="0"/>
          </a:endParaRPr>
        </a:p>
      </dgm:t>
    </dgm:pt>
    <dgm:pt modelId="{38C997E1-4B81-4A24-B5F3-B78C8A11ADDE}" type="pres">
      <dgm:prSet presAssocID="{B44DBC33-476C-40E9-A669-A2F5A264B47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438B8D-43B0-4239-80FC-10727277BAC8}" type="pres">
      <dgm:prSet presAssocID="{53BC9ADB-905F-43A6-A6A5-D8D3D1D66C80}" presName="root" presStyleCnt="0"/>
      <dgm:spPr/>
    </dgm:pt>
    <dgm:pt modelId="{4F89E548-0587-495C-8032-0834E2D83CFB}" type="pres">
      <dgm:prSet presAssocID="{53BC9ADB-905F-43A6-A6A5-D8D3D1D66C80}" presName="rootComposite" presStyleCnt="0"/>
      <dgm:spPr/>
    </dgm:pt>
    <dgm:pt modelId="{2A4A8FBC-9EDC-49B6-A0FF-134758A6F05E}" type="pres">
      <dgm:prSet presAssocID="{53BC9ADB-905F-43A6-A6A5-D8D3D1D66C80}" presName="rootText" presStyleLbl="node1" presStyleIdx="0" presStyleCnt="1" custScaleX="137675"/>
      <dgm:spPr/>
      <dgm:t>
        <a:bodyPr/>
        <a:lstStyle/>
        <a:p>
          <a:endParaRPr lang="en-US"/>
        </a:p>
      </dgm:t>
    </dgm:pt>
    <dgm:pt modelId="{B524FB00-26BB-4DB4-9B1C-BF7F850BD505}" type="pres">
      <dgm:prSet presAssocID="{53BC9ADB-905F-43A6-A6A5-D8D3D1D66C80}" presName="rootConnector" presStyleLbl="node1" presStyleIdx="0" presStyleCnt="1"/>
      <dgm:spPr/>
      <dgm:t>
        <a:bodyPr/>
        <a:lstStyle/>
        <a:p>
          <a:endParaRPr lang="en-US"/>
        </a:p>
      </dgm:t>
    </dgm:pt>
    <dgm:pt modelId="{93F2C0BF-1D26-46A2-A5C7-4DF60D1303DA}" type="pres">
      <dgm:prSet presAssocID="{53BC9ADB-905F-43A6-A6A5-D8D3D1D66C80}" presName="childShape" presStyleCnt="0"/>
      <dgm:spPr/>
    </dgm:pt>
    <dgm:pt modelId="{CB9897A4-1949-43E3-820D-F316E62B616A}" type="pres">
      <dgm:prSet presAssocID="{04B62B2A-9452-453E-8B2C-887E9ECE699C}" presName="Name13" presStyleLbl="parChTrans1D2" presStyleIdx="0" presStyleCnt="3"/>
      <dgm:spPr/>
      <dgm:t>
        <a:bodyPr/>
        <a:lstStyle/>
        <a:p>
          <a:endParaRPr lang="en-US"/>
        </a:p>
      </dgm:t>
    </dgm:pt>
    <dgm:pt modelId="{CEE74E82-9B19-4FB0-A2C3-167288B7B5B5}" type="pres">
      <dgm:prSet presAssocID="{176AF243-C093-4E42-BAE7-E52A528CA40D}" presName="childText" presStyleLbl="bgAcc1" presStyleIdx="0" presStyleCnt="3" custScaleX="1599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89690C-FCE6-4ECC-BDF3-F3F5401F40B6}" type="pres">
      <dgm:prSet presAssocID="{8EAEBED3-3A48-43ED-A074-96277FAA1614}" presName="Name13" presStyleLbl="parChTrans1D2" presStyleIdx="1" presStyleCnt="3"/>
      <dgm:spPr/>
      <dgm:t>
        <a:bodyPr/>
        <a:lstStyle/>
        <a:p>
          <a:endParaRPr lang="en-US"/>
        </a:p>
      </dgm:t>
    </dgm:pt>
    <dgm:pt modelId="{B5E05D5E-50B2-4502-B313-51B797A19A5E}" type="pres">
      <dgm:prSet presAssocID="{10F939E6-4E26-47A7-AE88-E7C29FB54EC7}" presName="childText" presStyleLbl="bgAcc1" presStyleIdx="1" presStyleCnt="3" custScaleX="1607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DE44D4-E231-465F-98B3-CD1EF9BDE0F3}" type="pres">
      <dgm:prSet presAssocID="{6772D385-ECFA-496E-AE8C-38BB7D667807}" presName="Name13" presStyleLbl="parChTrans1D2" presStyleIdx="2" presStyleCnt="3"/>
      <dgm:spPr/>
      <dgm:t>
        <a:bodyPr/>
        <a:lstStyle/>
        <a:p>
          <a:endParaRPr lang="en-US"/>
        </a:p>
      </dgm:t>
    </dgm:pt>
    <dgm:pt modelId="{020FD29D-EE7B-4514-BD24-967376FD702F}" type="pres">
      <dgm:prSet presAssocID="{1AAEBFD2-1904-40EC-B507-B58212BCE256}" presName="childText" presStyleLbl="bgAcc1" presStyleIdx="2" presStyleCnt="3" custScaleX="157975" custLinFactNeighborY="156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8B9759-9118-42ED-AA70-71B92C3311F0}" srcId="{53BC9ADB-905F-43A6-A6A5-D8D3D1D66C80}" destId="{10F939E6-4E26-47A7-AE88-E7C29FB54EC7}" srcOrd="1" destOrd="0" parTransId="{8EAEBED3-3A48-43ED-A074-96277FAA1614}" sibTransId="{DFA1A1CF-606D-49C2-B51C-93C7561C452F}"/>
    <dgm:cxn modelId="{A4E6CC35-1820-4A4E-8F75-4DB9D00C8464}" type="presOf" srcId="{B44DBC33-476C-40E9-A669-A2F5A264B472}" destId="{38C997E1-4B81-4A24-B5F3-B78C8A11ADDE}" srcOrd="0" destOrd="0" presId="urn:microsoft.com/office/officeart/2005/8/layout/hierarchy3"/>
    <dgm:cxn modelId="{C331701E-B44A-4A86-9D54-740E73849FE5}" type="presOf" srcId="{53BC9ADB-905F-43A6-A6A5-D8D3D1D66C80}" destId="{2A4A8FBC-9EDC-49B6-A0FF-134758A6F05E}" srcOrd="0" destOrd="0" presId="urn:microsoft.com/office/officeart/2005/8/layout/hierarchy3"/>
    <dgm:cxn modelId="{112B039B-0D97-4044-83A0-3F4D8593B556}" type="presOf" srcId="{1AAEBFD2-1904-40EC-B507-B58212BCE256}" destId="{020FD29D-EE7B-4514-BD24-967376FD702F}" srcOrd="0" destOrd="0" presId="urn:microsoft.com/office/officeart/2005/8/layout/hierarchy3"/>
    <dgm:cxn modelId="{7E664081-E197-46C6-8C5C-00FD2E522778}" type="presOf" srcId="{6772D385-ECFA-496E-AE8C-38BB7D667807}" destId="{B1DE44D4-E231-465F-98B3-CD1EF9BDE0F3}" srcOrd="0" destOrd="0" presId="urn:microsoft.com/office/officeart/2005/8/layout/hierarchy3"/>
    <dgm:cxn modelId="{CF29EA2C-55DB-4CB1-BDE0-9FA36C01029C}" type="presOf" srcId="{53BC9ADB-905F-43A6-A6A5-D8D3D1D66C80}" destId="{B524FB00-26BB-4DB4-9B1C-BF7F850BD505}" srcOrd="1" destOrd="0" presId="urn:microsoft.com/office/officeart/2005/8/layout/hierarchy3"/>
    <dgm:cxn modelId="{21EFEEF5-1DDD-4DF7-B1EF-AAC62E285A53}" srcId="{53BC9ADB-905F-43A6-A6A5-D8D3D1D66C80}" destId="{176AF243-C093-4E42-BAE7-E52A528CA40D}" srcOrd="0" destOrd="0" parTransId="{04B62B2A-9452-453E-8B2C-887E9ECE699C}" sibTransId="{C67BB8FD-C274-4C00-B638-09A9EC9B36E4}"/>
    <dgm:cxn modelId="{7BE8CDC2-6094-4415-9FAB-54FEA318063F}" srcId="{53BC9ADB-905F-43A6-A6A5-D8D3D1D66C80}" destId="{1AAEBFD2-1904-40EC-B507-B58212BCE256}" srcOrd="2" destOrd="0" parTransId="{6772D385-ECFA-496E-AE8C-38BB7D667807}" sibTransId="{D0F40944-7AFC-4B87-9D80-8A30147A632B}"/>
    <dgm:cxn modelId="{07958DDF-4967-4081-A2C0-6D1C47C327EB}" srcId="{B44DBC33-476C-40E9-A669-A2F5A264B472}" destId="{53BC9ADB-905F-43A6-A6A5-D8D3D1D66C80}" srcOrd="0" destOrd="0" parTransId="{2C21CC07-104A-4C29-9C68-422071B8FB57}" sibTransId="{9DB98699-664B-4FFF-A3D4-7A2B3BBE30B4}"/>
    <dgm:cxn modelId="{19B2CBD5-F18B-404B-8AA2-F15F5195E9E6}" type="presOf" srcId="{04B62B2A-9452-453E-8B2C-887E9ECE699C}" destId="{CB9897A4-1949-43E3-820D-F316E62B616A}" srcOrd="0" destOrd="0" presId="urn:microsoft.com/office/officeart/2005/8/layout/hierarchy3"/>
    <dgm:cxn modelId="{FAFC0E8E-4373-4680-9213-8B92EF758088}" type="presOf" srcId="{176AF243-C093-4E42-BAE7-E52A528CA40D}" destId="{CEE74E82-9B19-4FB0-A2C3-167288B7B5B5}" srcOrd="0" destOrd="0" presId="urn:microsoft.com/office/officeart/2005/8/layout/hierarchy3"/>
    <dgm:cxn modelId="{C447272F-4028-4AB0-8A7A-6B9A3F917498}" type="presOf" srcId="{10F939E6-4E26-47A7-AE88-E7C29FB54EC7}" destId="{B5E05D5E-50B2-4502-B313-51B797A19A5E}" srcOrd="0" destOrd="0" presId="urn:microsoft.com/office/officeart/2005/8/layout/hierarchy3"/>
    <dgm:cxn modelId="{969460AC-E837-46A5-8617-5C44E2C1CA1B}" type="presOf" srcId="{8EAEBED3-3A48-43ED-A074-96277FAA1614}" destId="{3889690C-FCE6-4ECC-BDF3-F3F5401F40B6}" srcOrd="0" destOrd="0" presId="urn:microsoft.com/office/officeart/2005/8/layout/hierarchy3"/>
    <dgm:cxn modelId="{A5403804-15A5-4982-8D67-86C31CC7E0F9}" type="presParOf" srcId="{38C997E1-4B81-4A24-B5F3-B78C8A11ADDE}" destId="{0F438B8D-43B0-4239-80FC-10727277BAC8}" srcOrd="0" destOrd="0" presId="urn:microsoft.com/office/officeart/2005/8/layout/hierarchy3"/>
    <dgm:cxn modelId="{51300787-018D-4D14-905A-EF32AE0D0FC3}" type="presParOf" srcId="{0F438B8D-43B0-4239-80FC-10727277BAC8}" destId="{4F89E548-0587-495C-8032-0834E2D83CFB}" srcOrd="0" destOrd="0" presId="urn:microsoft.com/office/officeart/2005/8/layout/hierarchy3"/>
    <dgm:cxn modelId="{A4AB6909-4C06-45E6-9DED-CF8B189B382B}" type="presParOf" srcId="{4F89E548-0587-495C-8032-0834E2D83CFB}" destId="{2A4A8FBC-9EDC-49B6-A0FF-134758A6F05E}" srcOrd="0" destOrd="0" presId="urn:microsoft.com/office/officeart/2005/8/layout/hierarchy3"/>
    <dgm:cxn modelId="{AC5C78CC-0F91-43A3-91C7-EF1DA704F0DF}" type="presParOf" srcId="{4F89E548-0587-495C-8032-0834E2D83CFB}" destId="{B524FB00-26BB-4DB4-9B1C-BF7F850BD505}" srcOrd="1" destOrd="0" presId="urn:microsoft.com/office/officeart/2005/8/layout/hierarchy3"/>
    <dgm:cxn modelId="{A1336122-13AD-4B32-9741-698229D3DEE0}" type="presParOf" srcId="{0F438B8D-43B0-4239-80FC-10727277BAC8}" destId="{93F2C0BF-1D26-46A2-A5C7-4DF60D1303DA}" srcOrd="1" destOrd="0" presId="urn:microsoft.com/office/officeart/2005/8/layout/hierarchy3"/>
    <dgm:cxn modelId="{7FB2BEB8-1F40-4549-B192-A9844C55F468}" type="presParOf" srcId="{93F2C0BF-1D26-46A2-A5C7-4DF60D1303DA}" destId="{CB9897A4-1949-43E3-820D-F316E62B616A}" srcOrd="0" destOrd="0" presId="urn:microsoft.com/office/officeart/2005/8/layout/hierarchy3"/>
    <dgm:cxn modelId="{FC8DEC1D-9B65-4774-909D-94601BFDCC81}" type="presParOf" srcId="{93F2C0BF-1D26-46A2-A5C7-4DF60D1303DA}" destId="{CEE74E82-9B19-4FB0-A2C3-167288B7B5B5}" srcOrd="1" destOrd="0" presId="urn:microsoft.com/office/officeart/2005/8/layout/hierarchy3"/>
    <dgm:cxn modelId="{D8C07B1E-A108-40D0-91E8-8912528B37D2}" type="presParOf" srcId="{93F2C0BF-1D26-46A2-A5C7-4DF60D1303DA}" destId="{3889690C-FCE6-4ECC-BDF3-F3F5401F40B6}" srcOrd="2" destOrd="0" presId="urn:microsoft.com/office/officeart/2005/8/layout/hierarchy3"/>
    <dgm:cxn modelId="{7F6522D4-9EC4-40BA-88B5-16B24B42DF80}" type="presParOf" srcId="{93F2C0BF-1D26-46A2-A5C7-4DF60D1303DA}" destId="{B5E05D5E-50B2-4502-B313-51B797A19A5E}" srcOrd="3" destOrd="0" presId="urn:microsoft.com/office/officeart/2005/8/layout/hierarchy3"/>
    <dgm:cxn modelId="{79D25460-BEBB-4249-8FC7-CF6DBF8B732A}" type="presParOf" srcId="{93F2C0BF-1D26-46A2-A5C7-4DF60D1303DA}" destId="{B1DE44D4-E231-465F-98B3-CD1EF9BDE0F3}" srcOrd="4" destOrd="0" presId="urn:microsoft.com/office/officeart/2005/8/layout/hierarchy3"/>
    <dgm:cxn modelId="{46548503-E199-4F82-A218-DF4604A7CD95}" type="presParOf" srcId="{93F2C0BF-1D26-46A2-A5C7-4DF60D1303DA}" destId="{020FD29D-EE7B-4514-BD24-967376FD702F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F7834-DAB7-0E4C-8952-0B1B047C860E}">
      <dsp:nvSpPr>
        <dsp:cNvPr id="0" name=""/>
        <dsp:cNvSpPr/>
      </dsp:nvSpPr>
      <dsp:spPr>
        <a:xfrm>
          <a:off x="-5448948" y="-834331"/>
          <a:ext cx="6488034" cy="6488034"/>
        </a:xfrm>
        <a:prstGeom prst="blockArc">
          <a:avLst>
            <a:gd name="adj1" fmla="val 18900000"/>
            <a:gd name="adj2" fmla="val 2700000"/>
            <a:gd name="adj3" fmla="val 333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45C49C-B8D9-AE44-9B01-1884537E449D}">
      <dsp:nvSpPr>
        <dsp:cNvPr id="0" name=""/>
        <dsp:cNvSpPr/>
      </dsp:nvSpPr>
      <dsp:spPr>
        <a:xfrm>
          <a:off x="387349" y="253788"/>
          <a:ext cx="8005139" cy="5073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273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Adding new files</a:t>
          </a:r>
        </a:p>
      </dsp:txBody>
      <dsp:txXfrm>
        <a:off x="387349" y="253788"/>
        <a:ext cx="8005139" cy="507383"/>
      </dsp:txXfrm>
    </dsp:sp>
    <dsp:sp modelId="{94EA01C1-9585-B84B-B19A-F2D2895CBCB3}">
      <dsp:nvSpPr>
        <dsp:cNvPr id="0" name=""/>
        <dsp:cNvSpPr/>
      </dsp:nvSpPr>
      <dsp:spPr>
        <a:xfrm>
          <a:off x="70235" y="190365"/>
          <a:ext cx="634229" cy="63422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070BC9-DDB2-B44C-9211-61686F91FCAA}">
      <dsp:nvSpPr>
        <dsp:cNvPr id="0" name=""/>
        <dsp:cNvSpPr/>
      </dsp:nvSpPr>
      <dsp:spPr>
        <a:xfrm>
          <a:off x="804707" y="1014766"/>
          <a:ext cx="7587781" cy="5073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273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Inserting data</a:t>
          </a:r>
        </a:p>
      </dsp:txBody>
      <dsp:txXfrm>
        <a:off x="804707" y="1014766"/>
        <a:ext cx="7587781" cy="507383"/>
      </dsp:txXfrm>
    </dsp:sp>
    <dsp:sp modelId="{2123380A-81F9-1249-83E5-E903144C695A}">
      <dsp:nvSpPr>
        <dsp:cNvPr id="0" name=""/>
        <dsp:cNvSpPr/>
      </dsp:nvSpPr>
      <dsp:spPr>
        <a:xfrm>
          <a:off x="487592" y="951343"/>
          <a:ext cx="634229" cy="63422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B44D763-E868-0B46-9C85-50F150170106}">
      <dsp:nvSpPr>
        <dsp:cNvPr id="0" name=""/>
        <dsp:cNvSpPr/>
      </dsp:nvSpPr>
      <dsp:spPr>
        <a:xfrm>
          <a:off x="995554" y="1775745"/>
          <a:ext cx="7396934" cy="5073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273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Retrieving data</a:t>
          </a:r>
        </a:p>
      </dsp:txBody>
      <dsp:txXfrm>
        <a:off x="995554" y="1775745"/>
        <a:ext cx="7396934" cy="507383"/>
      </dsp:txXfrm>
    </dsp:sp>
    <dsp:sp modelId="{C3F94F83-8861-3547-B2CF-D97C2AE33725}">
      <dsp:nvSpPr>
        <dsp:cNvPr id="0" name=""/>
        <dsp:cNvSpPr/>
      </dsp:nvSpPr>
      <dsp:spPr>
        <a:xfrm>
          <a:off x="678439" y="1712322"/>
          <a:ext cx="634229" cy="63422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FB0215D-8D9F-0148-A73B-0A3E800AC882}">
      <dsp:nvSpPr>
        <dsp:cNvPr id="0" name=""/>
        <dsp:cNvSpPr/>
      </dsp:nvSpPr>
      <dsp:spPr>
        <a:xfrm>
          <a:off x="995554" y="2536242"/>
          <a:ext cx="7396934" cy="5073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273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Modifying data</a:t>
          </a:r>
        </a:p>
      </dsp:txBody>
      <dsp:txXfrm>
        <a:off x="995554" y="2536242"/>
        <a:ext cx="7396934" cy="507383"/>
      </dsp:txXfrm>
    </dsp:sp>
    <dsp:sp modelId="{FC58FBD9-09AF-C246-9FD5-0058B3663F68}">
      <dsp:nvSpPr>
        <dsp:cNvPr id="0" name=""/>
        <dsp:cNvSpPr/>
      </dsp:nvSpPr>
      <dsp:spPr>
        <a:xfrm>
          <a:off x="678439" y="2472819"/>
          <a:ext cx="634229" cy="63422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A3B91C7-C8FF-E445-B364-641BA422A71F}">
      <dsp:nvSpPr>
        <dsp:cNvPr id="0" name=""/>
        <dsp:cNvSpPr/>
      </dsp:nvSpPr>
      <dsp:spPr>
        <a:xfrm>
          <a:off x="804707" y="3297220"/>
          <a:ext cx="7587781" cy="5073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273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Removing data</a:t>
          </a:r>
        </a:p>
      </dsp:txBody>
      <dsp:txXfrm>
        <a:off x="804707" y="3297220"/>
        <a:ext cx="7587781" cy="507383"/>
      </dsp:txXfrm>
    </dsp:sp>
    <dsp:sp modelId="{96E061BE-34DB-614F-820A-7C8352F75558}">
      <dsp:nvSpPr>
        <dsp:cNvPr id="0" name=""/>
        <dsp:cNvSpPr/>
      </dsp:nvSpPr>
      <dsp:spPr>
        <a:xfrm>
          <a:off x="487592" y="3233797"/>
          <a:ext cx="634229" cy="63422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C3F3D36-C4E2-3948-8F3A-FE084A2E62F0}">
      <dsp:nvSpPr>
        <dsp:cNvPr id="0" name=""/>
        <dsp:cNvSpPr/>
      </dsp:nvSpPr>
      <dsp:spPr>
        <a:xfrm>
          <a:off x="387349" y="4058199"/>
          <a:ext cx="8005139" cy="50738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02736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latin typeface="Arial" panose="020B0604020202020204" pitchFamily="34" charset="0"/>
              <a:cs typeface="Arial" panose="020B0604020202020204" pitchFamily="34" charset="0"/>
            </a:rPr>
            <a:t>Removing files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7349" y="4058199"/>
        <a:ext cx="8005139" cy="507383"/>
      </dsp:txXfrm>
    </dsp:sp>
    <dsp:sp modelId="{C1606F21-7193-2249-AA69-5295CCC7A1AB}">
      <dsp:nvSpPr>
        <dsp:cNvPr id="0" name=""/>
        <dsp:cNvSpPr/>
      </dsp:nvSpPr>
      <dsp:spPr>
        <a:xfrm>
          <a:off x="70235" y="3994776"/>
          <a:ext cx="634229" cy="634229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189F24-BD20-4B63-8B45-90B5F69089F9}">
      <dsp:nvSpPr>
        <dsp:cNvPr id="0" name=""/>
        <dsp:cNvSpPr/>
      </dsp:nvSpPr>
      <dsp:spPr>
        <a:xfrm>
          <a:off x="1205194" y="570"/>
          <a:ext cx="6983713" cy="712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  <a:cs typeface="Arial" panose="020B0604020202020204" pitchFamily="34" charset="0"/>
            </a:rPr>
            <a:t>Every piece of information is stored in the form of tables</a:t>
          </a:r>
        </a:p>
      </dsp:txBody>
      <dsp:txXfrm>
        <a:off x="1205194" y="570"/>
        <a:ext cx="6983713" cy="712814"/>
      </dsp:txXfrm>
    </dsp:sp>
    <dsp:sp modelId="{6693C403-7AB9-43D9-B336-F773E702FD30}">
      <dsp:nvSpPr>
        <dsp:cNvPr id="0" name=""/>
        <dsp:cNvSpPr/>
      </dsp:nvSpPr>
      <dsp:spPr>
        <a:xfrm>
          <a:off x="1205194" y="832186"/>
          <a:ext cx="6983713" cy="712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  <a:cs typeface="Arial" panose="020B0604020202020204" pitchFamily="34" charset="0"/>
            </a:rPr>
            <a:t>Has primary keys for unique identification of rows</a:t>
          </a:r>
        </a:p>
      </dsp:txBody>
      <dsp:txXfrm>
        <a:off x="1205194" y="832186"/>
        <a:ext cx="6983713" cy="712814"/>
      </dsp:txXfrm>
    </dsp:sp>
    <dsp:sp modelId="{B4A19C53-18E1-4204-87FB-EBF3211E5430}">
      <dsp:nvSpPr>
        <dsp:cNvPr id="0" name=""/>
        <dsp:cNvSpPr/>
      </dsp:nvSpPr>
      <dsp:spPr>
        <a:xfrm>
          <a:off x="1205194" y="1663803"/>
          <a:ext cx="6983713" cy="712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  <a:cs typeface="Arial" panose="020B0604020202020204" pitchFamily="34" charset="0"/>
            </a:rPr>
            <a:t>Has foreign keys to ensure data integrity</a:t>
          </a:r>
        </a:p>
      </dsp:txBody>
      <dsp:txXfrm>
        <a:off x="1205194" y="1663803"/>
        <a:ext cx="6983713" cy="712814"/>
      </dsp:txXfrm>
    </dsp:sp>
    <dsp:sp modelId="{1033D016-9416-4A16-B69D-5CE14537DE95}">
      <dsp:nvSpPr>
        <dsp:cNvPr id="0" name=""/>
        <dsp:cNvSpPr/>
      </dsp:nvSpPr>
      <dsp:spPr>
        <a:xfrm>
          <a:off x="1205194" y="2495419"/>
          <a:ext cx="6983713" cy="712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  <a:cs typeface="Arial" panose="020B0604020202020204" pitchFamily="34" charset="0"/>
            </a:rPr>
            <a:t>Provides SQL for data access</a:t>
          </a:r>
        </a:p>
      </dsp:txBody>
      <dsp:txXfrm>
        <a:off x="1205194" y="2495419"/>
        <a:ext cx="6983713" cy="712814"/>
      </dsp:txXfrm>
    </dsp:sp>
    <dsp:sp modelId="{D393A015-3B53-4EA4-81D0-8C7D4434661E}">
      <dsp:nvSpPr>
        <dsp:cNvPr id="0" name=""/>
        <dsp:cNvSpPr/>
      </dsp:nvSpPr>
      <dsp:spPr>
        <a:xfrm>
          <a:off x="1205194" y="3327036"/>
          <a:ext cx="6983713" cy="712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  <a:cs typeface="Arial" panose="020B0604020202020204" pitchFamily="34" charset="0"/>
            </a:rPr>
            <a:t>Uses indexes for faster data retrieval</a:t>
          </a:r>
        </a:p>
      </dsp:txBody>
      <dsp:txXfrm>
        <a:off x="1205194" y="3327036"/>
        <a:ext cx="6983713" cy="712814"/>
      </dsp:txXfrm>
    </dsp:sp>
    <dsp:sp modelId="{5A6A61A2-2930-42E2-B156-6DB7ACBFDF7E}">
      <dsp:nvSpPr>
        <dsp:cNvPr id="0" name=""/>
        <dsp:cNvSpPr/>
      </dsp:nvSpPr>
      <dsp:spPr>
        <a:xfrm>
          <a:off x="1205194" y="4158652"/>
          <a:ext cx="6983713" cy="7128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  <a:cs typeface="Arial" panose="020B0604020202020204" pitchFamily="34" charset="0"/>
            </a:rPr>
            <a:t>Gives access privileges to ensure data security</a:t>
          </a:r>
        </a:p>
      </dsp:txBody>
      <dsp:txXfrm>
        <a:off x="1205194" y="4158652"/>
        <a:ext cx="6983713" cy="7128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A03F4E-E634-4CB8-82DF-E9145AA9706F}">
      <dsp:nvSpPr>
        <dsp:cNvPr id="0" name=""/>
        <dsp:cNvSpPr/>
      </dsp:nvSpPr>
      <dsp:spPr>
        <a:xfrm>
          <a:off x="4347115" y="2104300"/>
          <a:ext cx="3413541" cy="5415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9024"/>
              </a:lnTo>
              <a:lnTo>
                <a:pt x="3413541" y="369024"/>
              </a:lnTo>
              <a:lnTo>
                <a:pt x="3413541" y="54151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6B4C95-8F9A-4056-B3DC-1B11DF1FB627}">
      <dsp:nvSpPr>
        <dsp:cNvPr id="0" name=""/>
        <dsp:cNvSpPr/>
      </dsp:nvSpPr>
      <dsp:spPr>
        <a:xfrm>
          <a:off x="4347115" y="2104300"/>
          <a:ext cx="1137847" cy="5415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9024"/>
              </a:lnTo>
              <a:lnTo>
                <a:pt x="1137847" y="369024"/>
              </a:lnTo>
              <a:lnTo>
                <a:pt x="1137847" y="54151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C71A51-5A03-4150-B883-85ADA12D0ACB}">
      <dsp:nvSpPr>
        <dsp:cNvPr id="0" name=""/>
        <dsp:cNvSpPr/>
      </dsp:nvSpPr>
      <dsp:spPr>
        <a:xfrm>
          <a:off x="3209268" y="2104300"/>
          <a:ext cx="1137847" cy="541511"/>
        </a:xfrm>
        <a:custGeom>
          <a:avLst/>
          <a:gdLst/>
          <a:ahLst/>
          <a:cxnLst/>
          <a:rect l="0" t="0" r="0" b="0"/>
          <a:pathLst>
            <a:path>
              <a:moveTo>
                <a:pt x="1137847" y="0"/>
              </a:moveTo>
              <a:lnTo>
                <a:pt x="1137847" y="369024"/>
              </a:lnTo>
              <a:lnTo>
                <a:pt x="0" y="369024"/>
              </a:lnTo>
              <a:lnTo>
                <a:pt x="0" y="54151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4E8B56-5350-4069-8E9F-62FF989E87C5}">
      <dsp:nvSpPr>
        <dsp:cNvPr id="0" name=""/>
        <dsp:cNvSpPr/>
      </dsp:nvSpPr>
      <dsp:spPr>
        <a:xfrm>
          <a:off x="933573" y="2104300"/>
          <a:ext cx="3413541" cy="541511"/>
        </a:xfrm>
        <a:custGeom>
          <a:avLst/>
          <a:gdLst/>
          <a:ahLst/>
          <a:cxnLst/>
          <a:rect l="0" t="0" r="0" b="0"/>
          <a:pathLst>
            <a:path>
              <a:moveTo>
                <a:pt x="3413541" y="0"/>
              </a:moveTo>
              <a:lnTo>
                <a:pt x="3413541" y="369024"/>
              </a:lnTo>
              <a:lnTo>
                <a:pt x="0" y="369024"/>
              </a:lnTo>
              <a:lnTo>
                <a:pt x="0" y="54151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3E45CD-05D4-47C4-8627-1066D2CC2D2F}">
      <dsp:nvSpPr>
        <dsp:cNvPr id="0" name=""/>
        <dsp:cNvSpPr/>
      </dsp:nvSpPr>
      <dsp:spPr>
        <a:xfrm>
          <a:off x="3416149" y="921973"/>
          <a:ext cx="1861931" cy="11823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A598B8-3F47-4A5B-AC1B-3458EF65B6B4}">
      <dsp:nvSpPr>
        <dsp:cNvPr id="0" name=""/>
        <dsp:cNvSpPr/>
      </dsp:nvSpPr>
      <dsp:spPr>
        <a:xfrm>
          <a:off x="3623030" y="1118510"/>
          <a:ext cx="1861931" cy="1182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</a:rPr>
            <a:t>Normal Forms</a:t>
          </a:r>
        </a:p>
      </dsp:txBody>
      <dsp:txXfrm>
        <a:off x="3657659" y="1153139"/>
        <a:ext cx="1792673" cy="1113068"/>
      </dsp:txXfrm>
    </dsp:sp>
    <dsp:sp modelId="{409E6A14-0DE4-433F-A1EC-256061594448}">
      <dsp:nvSpPr>
        <dsp:cNvPr id="0" name=""/>
        <dsp:cNvSpPr/>
      </dsp:nvSpPr>
      <dsp:spPr>
        <a:xfrm>
          <a:off x="2607" y="2645812"/>
          <a:ext cx="1861931" cy="11823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C58D164-5618-48D7-8FCA-35E8381400A4}">
      <dsp:nvSpPr>
        <dsp:cNvPr id="0" name=""/>
        <dsp:cNvSpPr/>
      </dsp:nvSpPr>
      <dsp:spPr>
        <a:xfrm>
          <a:off x="209489" y="2842349"/>
          <a:ext cx="1861931" cy="1182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</a:rPr>
            <a:t>First Normal Form (1NF)</a:t>
          </a:r>
        </a:p>
      </dsp:txBody>
      <dsp:txXfrm>
        <a:off x="244118" y="2876978"/>
        <a:ext cx="1792673" cy="1113068"/>
      </dsp:txXfrm>
    </dsp:sp>
    <dsp:sp modelId="{FBD7E81D-6567-4642-A429-BC868D37328A}">
      <dsp:nvSpPr>
        <dsp:cNvPr id="0" name=""/>
        <dsp:cNvSpPr/>
      </dsp:nvSpPr>
      <dsp:spPr>
        <a:xfrm>
          <a:off x="2278302" y="2645812"/>
          <a:ext cx="1861931" cy="11823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066BF0-C4CC-4E61-BBCE-A9740DEEBFA9}">
      <dsp:nvSpPr>
        <dsp:cNvPr id="0" name=""/>
        <dsp:cNvSpPr/>
      </dsp:nvSpPr>
      <dsp:spPr>
        <a:xfrm>
          <a:off x="2485183" y="2842349"/>
          <a:ext cx="1861931" cy="1182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</a:rPr>
            <a:t>Second Normal Form (2NF)</a:t>
          </a:r>
        </a:p>
      </dsp:txBody>
      <dsp:txXfrm>
        <a:off x="2519812" y="2876978"/>
        <a:ext cx="1792673" cy="1113068"/>
      </dsp:txXfrm>
    </dsp:sp>
    <dsp:sp modelId="{AE425328-CBD3-44AD-85F5-441A21FDAEC0}">
      <dsp:nvSpPr>
        <dsp:cNvPr id="0" name=""/>
        <dsp:cNvSpPr/>
      </dsp:nvSpPr>
      <dsp:spPr>
        <a:xfrm>
          <a:off x="4553996" y="2645812"/>
          <a:ext cx="1861931" cy="11823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6971218-E5F7-4073-B909-5EE755F2A667}">
      <dsp:nvSpPr>
        <dsp:cNvPr id="0" name=""/>
        <dsp:cNvSpPr/>
      </dsp:nvSpPr>
      <dsp:spPr>
        <a:xfrm>
          <a:off x="4760877" y="2842349"/>
          <a:ext cx="1861931" cy="1182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</a:rPr>
            <a:t>Third Normal Form (3 NF)</a:t>
          </a:r>
        </a:p>
      </dsp:txBody>
      <dsp:txXfrm>
        <a:off x="4795506" y="2876978"/>
        <a:ext cx="1792673" cy="1113068"/>
      </dsp:txXfrm>
    </dsp:sp>
    <dsp:sp modelId="{3B7E7845-184E-4E9A-AB43-CFA94833D60C}">
      <dsp:nvSpPr>
        <dsp:cNvPr id="0" name=""/>
        <dsp:cNvSpPr/>
      </dsp:nvSpPr>
      <dsp:spPr>
        <a:xfrm>
          <a:off x="6829691" y="2645812"/>
          <a:ext cx="1861931" cy="11823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820C0A-4DF8-4A59-87B6-A9ED2019E2B5}">
      <dsp:nvSpPr>
        <dsp:cNvPr id="0" name=""/>
        <dsp:cNvSpPr/>
      </dsp:nvSpPr>
      <dsp:spPr>
        <a:xfrm>
          <a:off x="7036572" y="2842349"/>
          <a:ext cx="1861931" cy="1182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latin typeface="+mn-lt"/>
            </a:rPr>
            <a:t>Higher Normal Form (BCNF, 4NF, 5NF, …)</a:t>
          </a:r>
        </a:p>
      </dsp:txBody>
      <dsp:txXfrm>
        <a:off x="7071201" y="2876978"/>
        <a:ext cx="1792673" cy="1113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A8FBC-9EDC-49B6-A0FF-134758A6F05E}">
      <dsp:nvSpPr>
        <dsp:cNvPr id="0" name=""/>
        <dsp:cNvSpPr/>
      </dsp:nvSpPr>
      <dsp:spPr>
        <a:xfrm>
          <a:off x="2383978" y="3770"/>
          <a:ext cx="2692140" cy="977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2412614" y="32406"/>
        <a:ext cx="2634868" cy="920443"/>
      </dsp:txXfrm>
    </dsp:sp>
    <dsp:sp modelId="{CB9897A4-1949-43E3-820D-F316E62B616A}">
      <dsp:nvSpPr>
        <dsp:cNvPr id="0" name=""/>
        <dsp:cNvSpPr/>
      </dsp:nvSpPr>
      <dsp:spPr>
        <a:xfrm>
          <a:off x="2653192" y="981486"/>
          <a:ext cx="269214" cy="7332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3286"/>
              </a:lnTo>
              <a:lnTo>
                <a:pt x="269214" y="73328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74E82-9B19-4FB0-A2C3-167288B7B5B5}">
      <dsp:nvSpPr>
        <dsp:cNvPr id="0" name=""/>
        <dsp:cNvSpPr/>
      </dsp:nvSpPr>
      <dsp:spPr>
        <a:xfrm>
          <a:off x="2922406" y="1225915"/>
          <a:ext cx="2502060" cy="977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2951042" y="1254551"/>
        <a:ext cx="2444788" cy="920443"/>
      </dsp:txXfrm>
    </dsp:sp>
    <dsp:sp modelId="{3889690C-FCE6-4ECC-BDF3-F3F5401F40B6}">
      <dsp:nvSpPr>
        <dsp:cNvPr id="0" name=""/>
        <dsp:cNvSpPr/>
      </dsp:nvSpPr>
      <dsp:spPr>
        <a:xfrm>
          <a:off x="2653192" y="981486"/>
          <a:ext cx="269214" cy="19554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55431"/>
              </a:lnTo>
              <a:lnTo>
                <a:pt x="269214" y="19554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05D5E-50B2-4502-B313-51B797A19A5E}">
      <dsp:nvSpPr>
        <dsp:cNvPr id="0" name=""/>
        <dsp:cNvSpPr/>
      </dsp:nvSpPr>
      <dsp:spPr>
        <a:xfrm>
          <a:off x="2922406" y="2448059"/>
          <a:ext cx="2515342" cy="977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Second Normal Form (2NF)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2951042" y="2476695"/>
        <a:ext cx="2458070" cy="920443"/>
      </dsp:txXfrm>
    </dsp:sp>
    <dsp:sp modelId="{B1DE44D4-E231-465F-98B3-CD1EF9BDE0F3}">
      <dsp:nvSpPr>
        <dsp:cNvPr id="0" name=""/>
        <dsp:cNvSpPr/>
      </dsp:nvSpPr>
      <dsp:spPr>
        <a:xfrm>
          <a:off x="2653192" y="981486"/>
          <a:ext cx="269214" cy="31775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7576"/>
              </a:lnTo>
              <a:lnTo>
                <a:pt x="269214" y="317757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FD29D-EE7B-4514-BD24-967376FD702F}">
      <dsp:nvSpPr>
        <dsp:cNvPr id="0" name=""/>
        <dsp:cNvSpPr/>
      </dsp:nvSpPr>
      <dsp:spPr>
        <a:xfrm>
          <a:off x="2922406" y="3670204"/>
          <a:ext cx="2471274" cy="977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2951042" y="3698840"/>
        <a:ext cx="2414002" cy="9204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A8FBC-9EDC-49B6-A0FF-134758A6F05E}">
      <dsp:nvSpPr>
        <dsp:cNvPr id="0" name=""/>
        <dsp:cNvSpPr/>
      </dsp:nvSpPr>
      <dsp:spPr>
        <a:xfrm>
          <a:off x="680917" y="826"/>
          <a:ext cx="2842610" cy="10323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711154" y="31063"/>
        <a:ext cx="2782136" cy="971888"/>
      </dsp:txXfrm>
    </dsp:sp>
    <dsp:sp modelId="{CB9897A4-1949-43E3-820D-F316E62B616A}">
      <dsp:nvSpPr>
        <dsp:cNvPr id="0" name=""/>
        <dsp:cNvSpPr/>
      </dsp:nvSpPr>
      <dsp:spPr>
        <a:xfrm>
          <a:off x="965178" y="1033189"/>
          <a:ext cx="284261" cy="774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4271"/>
              </a:lnTo>
              <a:lnTo>
                <a:pt x="284261" y="77427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74E82-9B19-4FB0-A2C3-167288B7B5B5}">
      <dsp:nvSpPr>
        <dsp:cNvPr id="0" name=""/>
        <dsp:cNvSpPr/>
      </dsp:nvSpPr>
      <dsp:spPr>
        <a:xfrm>
          <a:off x="1249439" y="1291279"/>
          <a:ext cx="2641906" cy="1032362"/>
        </a:xfrm>
        <a:prstGeom prst="roundRect">
          <a:avLst>
            <a:gd name="adj" fmla="val 10000"/>
          </a:avLst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1279676" y="1321516"/>
        <a:ext cx="2581432" cy="971888"/>
      </dsp:txXfrm>
    </dsp:sp>
    <dsp:sp modelId="{3889690C-FCE6-4ECC-BDF3-F3F5401F40B6}">
      <dsp:nvSpPr>
        <dsp:cNvPr id="0" name=""/>
        <dsp:cNvSpPr/>
      </dsp:nvSpPr>
      <dsp:spPr>
        <a:xfrm>
          <a:off x="965178" y="1033189"/>
          <a:ext cx="371640" cy="2085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85062"/>
              </a:lnTo>
              <a:lnTo>
                <a:pt x="371640" y="20850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05D5E-50B2-4502-B313-51B797A19A5E}">
      <dsp:nvSpPr>
        <dsp:cNvPr id="0" name=""/>
        <dsp:cNvSpPr/>
      </dsp:nvSpPr>
      <dsp:spPr>
        <a:xfrm>
          <a:off x="1336818" y="2602070"/>
          <a:ext cx="2655929" cy="10323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Second Normal Form (2NF</a:t>
          </a:r>
          <a:r>
            <a:rPr lang="en-IN" sz="2000" b="0" i="0" kern="1200" dirty="0" smtClean="0">
              <a:latin typeface="+mn-lt"/>
              <a:cs typeface="Arial Narrow" panose="020B0604020202020204" pitchFamily="34" charset="0"/>
            </a:rPr>
            <a:t>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1367055" y="2632307"/>
        <a:ext cx="2595455" cy="971888"/>
      </dsp:txXfrm>
    </dsp:sp>
    <dsp:sp modelId="{B1DE44D4-E231-465F-98B3-CD1EF9BDE0F3}">
      <dsp:nvSpPr>
        <dsp:cNvPr id="0" name=""/>
        <dsp:cNvSpPr/>
      </dsp:nvSpPr>
      <dsp:spPr>
        <a:xfrm>
          <a:off x="965178" y="1033189"/>
          <a:ext cx="284261" cy="3355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55177"/>
              </a:lnTo>
              <a:lnTo>
                <a:pt x="284261" y="33551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FD29D-EE7B-4514-BD24-967376FD702F}">
      <dsp:nvSpPr>
        <dsp:cNvPr id="0" name=""/>
        <dsp:cNvSpPr/>
      </dsp:nvSpPr>
      <dsp:spPr>
        <a:xfrm>
          <a:off x="1249439" y="3872185"/>
          <a:ext cx="2609399" cy="10323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1279676" y="3902422"/>
        <a:ext cx="2548925" cy="97188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A8FBC-9EDC-49B6-A0FF-134758A6F05E}">
      <dsp:nvSpPr>
        <dsp:cNvPr id="0" name=""/>
        <dsp:cNvSpPr/>
      </dsp:nvSpPr>
      <dsp:spPr>
        <a:xfrm>
          <a:off x="292201" y="3577"/>
          <a:ext cx="2839420" cy="1031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322404" y="33780"/>
        <a:ext cx="2779014" cy="970798"/>
      </dsp:txXfrm>
    </dsp:sp>
    <dsp:sp modelId="{CB9897A4-1949-43E3-820D-F316E62B616A}">
      <dsp:nvSpPr>
        <dsp:cNvPr id="0" name=""/>
        <dsp:cNvSpPr/>
      </dsp:nvSpPr>
      <dsp:spPr>
        <a:xfrm>
          <a:off x="576143" y="1034781"/>
          <a:ext cx="343289" cy="7734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3403"/>
              </a:lnTo>
              <a:lnTo>
                <a:pt x="343289" y="7734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74E82-9B19-4FB0-A2C3-167288B7B5B5}">
      <dsp:nvSpPr>
        <dsp:cNvPr id="0" name=""/>
        <dsp:cNvSpPr/>
      </dsp:nvSpPr>
      <dsp:spPr>
        <a:xfrm>
          <a:off x="919432" y="1292582"/>
          <a:ext cx="2638942" cy="1031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949635" y="1322785"/>
        <a:ext cx="2578536" cy="970798"/>
      </dsp:txXfrm>
    </dsp:sp>
    <dsp:sp modelId="{3889690C-FCE6-4ECC-BDF3-F3F5401F40B6}">
      <dsp:nvSpPr>
        <dsp:cNvPr id="0" name=""/>
        <dsp:cNvSpPr/>
      </dsp:nvSpPr>
      <dsp:spPr>
        <a:xfrm>
          <a:off x="576143" y="1034781"/>
          <a:ext cx="283942" cy="2062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2408"/>
              </a:lnTo>
              <a:lnTo>
                <a:pt x="283942" y="20624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05D5E-50B2-4502-B313-51B797A19A5E}">
      <dsp:nvSpPr>
        <dsp:cNvPr id="0" name=""/>
        <dsp:cNvSpPr/>
      </dsp:nvSpPr>
      <dsp:spPr>
        <a:xfrm>
          <a:off x="860085" y="2581588"/>
          <a:ext cx="2652949" cy="1031204"/>
        </a:xfrm>
        <a:prstGeom prst="roundRect">
          <a:avLst>
            <a:gd name="adj" fmla="val 10000"/>
          </a:avLst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Second Normal Form (2NF)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890288" y="2611791"/>
        <a:ext cx="2592543" cy="970798"/>
      </dsp:txXfrm>
    </dsp:sp>
    <dsp:sp modelId="{B1DE44D4-E231-465F-98B3-CD1EF9BDE0F3}">
      <dsp:nvSpPr>
        <dsp:cNvPr id="0" name=""/>
        <dsp:cNvSpPr/>
      </dsp:nvSpPr>
      <dsp:spPr>
        <a:xfrm>
          <a:off x="576143" y="1034781"/>
          <a:ext cx="283942" cy="3351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51413"/>
              </a:lnTo>
              <a:lnTo>
                <a:pt x="283942" y="33514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FD29D-EE7B-4514-BD24-967376FD702F}">
      <dsp:nvSpPr>
        <dsp:cNvPr id="0" name=""/>
        <dsp:cNvSpPr/>
      </dsp:nvSpPr>
      <dsp:spPr>
        <a:xfrm>
          <a:off x="860085" y="3870593"/>
          <a:ext cx="2606471" cy="1031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890288" y="3900796"/>
        <a:ext cx="2546065" cy="9707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A8FBC-9EDC-49B6-A0FF-134758A6F05E}">
      <dsp:nvSpPr>
        <dsp:cNvPr id="0" name=""/>
        <dsp:cNvSpPr/>
      </dsp:nvSpPr>
      <dsp:spPr>
        <a:xfrm>
          <a:off x="405365" y="1124"/>
          <a:ext cx="2639893" cy="9587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Types of Normal Form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433446" y="29205"/>
        <a:ext cx="2583731" cy="902579"/>
      </dsp:txXfrm>
    </dsp:sp>
    <dsp:sp modelId="{CB9897A4-1949-43E3-820D-F316E62B616A}">
      <dsp:nvSpPr>
        <dsp:cNvPr id="0" name=""/>
        <dsp:cNvSpPr/>
      </dsp:nvSpPr>
      <dsp:spPr>
        <a:xfrm>
          <a:off x="669354" y="959865"/>
          <a:ext cx="263989" cy="7190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9055"/>
              </a:lnTo>
              <a:lnTo>
                <a:pt x="263989" y="7190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74E82-9B19-4FB0-A2C3-167288B7B5B5}">
      <dsp:nvSpPr>
        <dsp:cNvPr id="0" name=""/>
        <dsp:cNvSpPr/>
      </dsp:nvSpPr>
      <dsp:spPr>
        <a:xfrm>
          <a:off x="933344" y="1199550"/>
          <a:ext cx="2453502" cy="958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First Normal Form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(1NF)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961425" y="1227631"/>
        <a:ext cx="2397340" cy="902579"/>
      </dsp:txXfrm>
    </dsp:sp>
    <dsp:sp modelId="{3889690C-FCE6-4ECC-BDF3-F3F5401F40B6}">
      <dsp:nvSpPr>
        <dsp:cNvPr id="0" name=""/>
        <dsp:cNvSpPr/>
      </dsp:nvSpPr>
      <dsp:spPr>
        <a:xfrm>
          <a:off x="669354" y="959865"/>
          <a:ext cx="263989" cy="19174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17482"/>
              </a:lnTo>
              <a:lnTo>
                <a:pt x="263989" y="191748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E05D5E-50B2-4502-B313-51B797A19A5E}">
      <dsp:nvSpPr>
        <dsp:cNvPr id="0" name=""/>
        <dsp:cNvSpPr/>
      </dsp:nvSpPr>
      <dsp:spPr>
        <a:xfrm>
          <a:off x="933344" y="2397977"/>
          <a:ext cx="2466526" cy="958741"/>
        </a:xfrm>
        <a:prstGeom prst="roundRect">
          <a:avLst>
            <a:gd name="adj" fmla="val 10000"/>
          </a:avLst>
        </a:prstGeom>
        <a:solidFill>
          <a:schemeClr val="bg1"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Second Normal Form (2NF)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961425" y="2426058"/>
        <a:ext cx="2410364" cy="902579"/>
      </dsp:txXfrm>
    </dsp:sp>
    <dsp:sp modelId="{B1DE44D4-E231-465F-98B3-CD1EF9BDE0F3}">
      <dsp:nvSpPr>
        <dsp:cNvPr id="0" name=""/>
        <dsp:cNvSpPr/>
      </dsp:nvSpPr>
      <dsp:spPr>
        <a:xfrm>
          <a:off x="669354" y="959865"/>
          <a:ext cx="263989" cy="3117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7032"/>
              </a:lnTo>
              <a:lnTo>
                <a:pt x="263989" y="31170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0FD29D-EE7B-4514-BD24-967376FD702F}">
      <dsp:nvSpPr>
        <dsp:cNvPr id="0" name=""/>
        <dsp:cNvSpPr/>
      </dsp:nvSpPr>
      <dsp:spPr>
        <a:xfrm>
          <a:off x="933344" y="3597527"/>
          <a:ext cx="2423314" cy="958741"/>
        </a:xfrm>
        <a:prstGeom prst="roundRect">
          <a:avLst>
            <a:gd name="adj" fmla="val 10000"/>
          </a:avLst>
        </a:prstGeom>
        <a:solidFill>
          <a:schemeClr val="bg2"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>
              <a:latin typeface="+mn-lt"/>
              <a:cs typeface="Arial Narrow" panose="020B0604020202020204" pitchFamily="34" charset="0"/>
            </a:rPr>
            <a:t>Third Normal Form (3NF)</a:t>
          </a:r>
          <a:endParaRPr lang="en-GB" sz="2000" b="0" i="0" kern="1200" dirty="0">
            <a:latin typeface="+mn-lt"/>
            <a:cs typeface="Arial Narrow" panose="020B0604020202020204" pitchFamily="34" charset="0"/>
          </a:endParaRPr>
        </a:p>
      </dsp:txBody>
      <dsp:txXfrm>
        <a:off x="961425" y="3625608"/>
        <a:ext cx="2367152" cy="9025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8D6D0B-3E5E-3B45-8FBB-4892F9C879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C2BE3-E721-8245-9040-4B9C5B6F62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C38CC-80D7-CE4D-8C36-7E7175775BEF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131DC5-CA7E-BB47-B950-ED03B646D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DBMS Session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2B9C9-128B-734F-9405-F1F344E7D7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74B8E-A265-5F4F-841B-F1620FB68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9DA23-5C30-4663-B21B-35A9EB94FBD7}" type="datetimeFigureOut">
              <a:rPr lang="en-US" smtClean="0"/>
              <a:pPr/>
              <a:t>4/25/2019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DBMS Session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4FC26-B9EC-4977-A2D6-2A39F1575E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104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288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72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77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772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385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38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14FC26-B9EC-4977-A2D6-2A39F1575EF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1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8524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0474-FAC8-4A61-AE60-AF58C3E14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95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60917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03363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66485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8773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47339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1252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7887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84800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3536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rs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 hasCustomPrompt="1"/>
          </p:nvPr>
        </p:nvSpPr>
        <p:spPr>
          <a:xfrm>
            <a:off x="1048637" y="3964773"/>
            <a:ext cx="9055100" cy="746633"/>
          </a:xfrm>
          <a:prstGeom prst="rect">
            <a:avLst/>
          </a:prstGeom>
        </p:spPr>
        <p:txBody>
          <a:bodyPr anchor="b"/>
          <a:lstStyle>
            <a:lvl1pPr>
              <a:defRPr sz="44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dirty="0"/>
              <a:t>TITLE OF THE 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119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6746" y="1549831"/>
            <a:ext cx="10515600" cy="4664989"/>
          </a:xfrm>
          <a:prstGeom prst="rect">
            <a:avLst/>
          </a:prstGeom>
        </p:spPr>
        <p:txBody>
          <a:bodyPr anchor="t"/>
          <a:lstStyle>
            <a:lvl1pPr marL="457200" indent="-457200">
              <a:lnSpc>
                <a:spcPct val="100000"/>
              </a:lnSpc>
              <a:spcBef>
                <a:spcPts val="0"/>
              </a:spcBef>
              <a:buSzPct val="137000"/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400">
                <a:latin typeface="Helvetica LT Std Cond" panose="020B0506020202030204" pitchFamily="34" charset="0"/>
              </a:defRPr>
            </a:lvl2pPr>
            <a:lvl3pPr>
              <a:defRPr sz="2400">
                <a:latin typeface="Helvetica LT Std Cond" panose="020B0506020202030204" pitchFamily="34" charset="0"/>
              </a:defRPr>
            </a:lvl3pPr>
            <a:lvl4pPr>
              <a:defRPr sz="2400">
                <a:latin typeface="Helvetica LT Std Cond" panose="020B0506020202030204" pitchFamily="34" charset="0"/>
              </a:defRPr>
            </a:lvl4pPr>
            <a:lvl5pPr>
              <a:defRPr sz="2400">
                <a:latin typeface="Helvetica LT Std Cond" panose="020B0506020202030204" pitchFamily="34" charset="0"/>
              </a:defRPr>
            </a:lvl5pPr>
          </a:lstStyle>
          <a:p>
            <a:pPr lvl="0"/>
            <a:r>
              <a:rPr lang="en-US" dirty="0"/>
              <a:t>Define the first objective of this lecture.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Identify the second objective of this lecture.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C6A8DE-8FE9-C947-ABEB-0D96FF350D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E253269-44A6-C246-A2C3-2854ADB5E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B07A9C-47ED-034F-A839-F18687017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05665" y="6356350"/>
            <a:ext cx="58946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DBMS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3563B48-3766-0F4B-B81A-02F2A560A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  <p:subTnLst>
                    <p:animClr clrSpc="rgb" dir="cw">
                      <p:cBhvr override="childStyle">
                        <p:cTn dur="1" fill="hold" display="0" masterRel="nextClick" afterEffect="1"/>
                        <p:tgtEl>
                          <p:spTgt spid="3"/>
                        </p:tgtEl>
                        <p:attrNameLst>
                          <p:attrName>ppt_c</p:attrName>
                        </p:attrNameLst>
                      </p:cBhvr>
                      <p:to>
                        <a:schemeClr val="tx1"/>
                      </p:to>
                    </p:animClr>
                  </p:subTnLst>
                </p:cTn>
              </p:par>
            </p:tnLst>
          </p:tmpl>
        </p:tmplLst>
      </p:bldP>
    </p:bld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8354" y="1410347"/>
            <a:ext cx="10622576" cy="4904394"/>
          </a:xfrm>
          <a:prstGeom prst="rect">
            <a:avLst/>
          </a:prstGeom>
        </p:spPr>
        <p:txBody>
          <a:bodyPr anchor="t"/>
          <a:lstStyle>
            <a:lvl1pPr marL="457200" indent="-457200">
              <a:spcBef>
                <a:spcPts val="500"/>
              </a:spcBef>
              <a:buFont typeface="Wingdings" panose="05000000000000000000" pitchFamily="2" charset="2"/>
              <a:buChar char="Ø"/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2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C9A6D-6E96-CC49-AD7F-0562048D0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D4BEE-0E82-9441-8139-5B666B725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3883" y="6377671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DBMS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BE29A-2F43-674D-941C-BA15B828F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63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28354" y="1409075"/>
            <a:ext cx="10622576" cy="4905665"/>
          </a:xfrm>
          <a:prstGeom prst="rect">
            <a:avLst/>
          </a:prstGeom>
        </p:spPr>
        <p:txBody>
          <a:bodyPr anchor="t"/>
          <a:lstStyle>
            <a:lvl1pPr marL="457200" indent="-457200">
              <a:spcBef>
                <a:spcPts val="500"/>
              </a:spcBef>
              <a:buFont typeface="Wingdings" panose="05000000000000000000" pitchFamily="2" charset="2"/>
              <a:buChar char="Ø"/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2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DBBCB8-3376-954B-B199-B431B258F2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85C25B-31D4-B74B-B4BF-D3B88BC70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A04E04F-9B78-A14F-92D3-9BA9A49D7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05665" y="6371944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DBMS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9A618E-F9DD-8942-BB49-12F3515E9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4115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&amp; Imag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28354" y="1379349"/>
            <a:ext cx="10622576" cy="2760965"/>
          </a:xfrm>
          <a:prstGeom prst="rect">
            <a:avLst/>
          </a:prstGeom>
        </p:spPr>
        <p:txBody>
          <a:bodyPr anchor="t"/>
          <a:lstStyle>
            <a:lvl1pPr marL="457200" indent="-457200">
              <a:spcBef>
                <a:spcPts val="500"/>
              </a:spcBef>
              <a:buFont typeface="Wingdings" panose="05000000000000000000" pitchFamily="2" charset="2"/>
              <a:buChar char="Ø"/>
              <a:defRPr sz="24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200"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800"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28355" y="4272147"/>
            <a:ext cx="10622575" cy="1945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B16AFC-B109-0C45-BA18-4E3BA8EF3D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354" y="782156"/>
            <a:ext cx="9545006" cy="369812"/>
          </a:xfrm>
          <a:prstGeom prst="rect">
            <a:avLst/>
          </a:prstGeo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Helvetica LT Std Cond" panose="020B0506020202030204" pitchFamily="34" charset="0"/>
              </a:defRPr>
            </a:lvl1pPr>
          </a:lstStyle>
          <a:p>
            <a:r>
              <a:rPr lang="en-US" dirty="0"/>
              <a:t>SLIDE TITLE</a:t>
            </a:r>
            <a:endParaRPr lang="en-IN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FA5AECF-AE16-FF47-A486-F2105CD0E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6989028-5E7B-0D4F-8AAD-8F694E810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05665" y="6367060"/>
            <a:ext cx="5789735" cy="3544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DBMS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4D08402-92F4-924A-B23B-C2212E844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31818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BD299-4115-435C-9390-0BF281B3F2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2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  <p:sldLayoutId id="2147483978" r:id="rId13"/>
    <p:sldLayoutId id="2147483979" r:id="rId14"/>
    <p:sldLayoutId id="2147483980" r:id="rId15"/>
    <p:sldLayoutId id="214748384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tif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8450" y="3844966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latin typeface="+mn-lt"/>
              </a:rPr>
              <a:t>Database Management System</a:t>
            </a:r>
            <a:endParaRPr lang="en-US" b="1" dirty="0">
              <a:latin typeface="+mn-lt"/>
            </a:endParaRPr>
          </a:p>
        </p:txBody>
      </p:sp>
      <p:pic>
        <p:nvPicPr>
          <p:cNvPr id="1026" name="Picture 2" descr="https://d1vwxdpzbgdqj.cloudfront.net/assets/Greatlearning_Logo-4b88cc7639c4139813b2691e77a52d1143606e1fc9a7202139fa1e28c0bafb0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364" y="2314161"/>
            <a:ext cx="5572125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95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80618" y="1498167"/>
            <a:ext cx="9867372" cy="487203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Introduction to </a:t>
            </a:r>
            <a:r>
              <a:rPr lang="en-US" sz="2000" dirty="0" smtClean="0">
                <a:latin typeface="+mn-lt"/>
              </a:rPr>
              <a:t>Database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Types of Data </a:t>
            </a:r>
            <a:r>
              <a:rPr lang="en-US" sz="2000" dirty="0" smtClean="0">
                <a:latin typeface="+mn-lt"/>
              </a:rPr>
              <a:t>models</a:t>
            </a:r>
            <a:endParaRPr lang="en-US" sz="20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Database </a:t>
            </a:r>
            <a:r>
              <a:rPr lang="en-US" sz="2000" dirty="0" smtClean="0">
                <a:latin typeface="+mn-lt"/>
              </a:rPr>
              <a:t>Operations</a:t>
            </a:r>
            <a:endParaRPr lang="en-US" sz="20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Advantages of DBMS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Introduction to Relational Database Management </a:t>
            </a:r>
            <a:r>
              <a:rPr lang="en-US" sz="2000" dirty="0" smtClean="0">
                <a:latin typeface="+mn-lt"/>
              </a:rPr>
              <a:t>System</a:t>
            </a:r>
            <a:endParaRPr lang="en-US" sz="20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Features </a:t>
            </a:r>
            <a:r>
              <a:rPr lang="en-US" sz="2000" dirty="0" smtClean="0">
                <a:latin typeface="+mn-lt"/>
              </a:rPr>
              <a:t>of RDBMS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RDBMS VS </a:t>
            </a:r>
            <a:r>
              <a:rPr lang="en-US" sz="2000" dirty="0" smtClean="0">
                <a:latin typeface="+mn-lt"/>
              </a:rPr>
              <a:t>Traditional approach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Introduction to 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Need For 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Functional Dependency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Functional Dependency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Normalization:</a:t>
            </a:r>
          </a:p>
          <a:p>
            <a:pPr marL="0" indent="0">
              <a:buNone/>
            </a:pPr>
            <a:r>
              <a:rPr lang="en-US" sz="2000" dirty="0" smtClean="0">
                <a:latin typeface="+mn-lt"/>
              </a:rPr>
              <a:t>                        - 1</a:t>
            </a:r>
            <a:r>
              <a:rPr lang="en-US" sz="2000" baseline="30000" dirty="0" smtClean="0">
                <a:latin typeface="+mn-lt"/>
              </a:rPr>
              <a:t>ST</a:t>
            </a:r>
            <a:r>
              <a:rPr lang="en-US" sz="2000" dirty="0" smtClean="0">
                <a:latin typeface="+mn-lt"/>
              </a:rPr>
              <a:t>  Normal Formal</a:t>
            </a:r>
          </a:p>
          <a:p>
            <a:pPr marL="0" indent="0">
              <a:buNone/>
            </a:pPr>
            <a:r>
              <a:rPr lang="en-US" sz="2000" dirty="0" smtClean="0">
                <a:latin typeface="+mn-lt"/>
              </a:rPr>
              <a:t>                        - 2</a:t>
            </a:r>
            <a:r>
              <a:rPr lang="en-US" sz="2000" baseline="30000" dirty="0" smtClean="0">
                <a:latin typeface="+mn-lt"/>
              </a:rPr>
              <a:t>ND</a:t>
            </a:r>
            <a:r>
              <a:rPr lang="en-US" sz="2000" dirty="0" smtClean="0">
                <a:latin typeface="+mn-lt"/>
              </a:rPr>
              <a:t>  Normal Formal</a:t>
            </a:r>
          </a:p>
          <a:p>
            <a:pPr marL="0" indent="0">
              <a:buNone/>
            </a:pPr>
            <a:r>
              <a:rPr lang="en-US" sz="2000" dirty="0" smtClean="0">
                <a:latin typeface="+mn-lt"/>
              </a:rPr>
              <a:t>                        - 3</a:t>
            </a:r>
            <a:r>
              <a:rPr lang="en-US" sz="2000" baseline="30000" dirty="0" smtClean="0">
                <a:latin typeface="+mn-lt"/>
              </a:rPr>
              <a:t>RD</a:t>
            </a:r>
            <a:r>
              <a:rPr lang="en-US" sz="2000" dirty="0" smtClean="0">
                <a:latin typeface="+mn-lt"/>
              </a:rPr>
              <a:t> Normal Formal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Advantages And Disadvantages of Normalization</a:t>
            </a:r>
            <a:endParaRPr lang="en-US" sz="2000" dirty="0" smtClean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B4540-02EA-A847-9B20-43D76721B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765175"/>
            <a:ext cx="9545006" cy="3698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76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8450" y="3061855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latin typeface="+mn-lt"/>
              </a:rPr>
              <a:t>Introduction to Database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489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80618" y="1498168"/>
            <a:ext cx="9162075" cy="4293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Database is a collection of information organized for easy access, management and maintenance.</a:t>
            </a:r>
          </a:p>
          <a:p>
            <a:pPr marL="0" indent="0">
              <a:buNone/>
            </a:pPr>
            <a:endParaRPr lang="en-US" sz="20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Examples:</a:t>
            </a:r>
          </a:p>
          <a:p>
            <a:pPr lvl="1"/>
            <a:r>
              <a:rPr lang="en-US" sz="2000" dirty="0">
                <a:latin typeface="+mn-lt"/>
                <a:cs typeface="Arial" panose="020B0604020202020204" pitchFamily="34" charset="0"/>
              </a:rPr>
              <a:t>Telephone directory</a:t>
            </a:r>
          </a:p>
          <a:p>
            <a:pPr lvl="1"/>
            <a:r>
              <a:rPr lang="en-US" sz="2000" dirty="0">
                <a:latin typeface="+mn-lt"/>
                <a:cs typeface="Arial" panose="020B0604020202020204" pitchFamily="34" charset="0"/>
              </a:rPr>
              <a:t>Customer data</a:t>
            </a:r>
          </a:p>
          <a:p>
            <a:pPr lvl="1"/>
            <a:r>
              <a:rPr lang="en-US" sz="2000" dirty="0">
                <a:latin typeface="+mn-lt"/>
                <a:cs typeface="Arial" panose="020B0604020202020204" pitchFamily="34" charset="0"/>
              </a:rPr>
              <a:t>Product inventory</a:t>
            </a:r>
          </a:p>
          <a:p>
            <a:pPr lvl="1"/>
            <a:r>
              <a:rPr lang="en-US" sz="2000" dirty="0">
                <a:latin typeface="+mn-lt"/>
                <a:cs typeface="Arial" panose="020B0604020202020204" pitchFamily="34" charset="0"/>
              </a:rPr>
              <a:t>Visitors’ register</a:t>
            </a:r>
          </a:p>
          <a:p>
            <a:pPr lvl="1"/>
            <a:r>
              <a:rPr lang="en-US" sz="2000" dirty="0">
                <a:latin typeface="+mn-lt"/>
                <a:cs typeface="Arial" panose="020B0604020202020204" pitchFamily="34" charset="0"/>
              </a:rPr>
              <a:t>Weather records</a:t>
            </a:r>
          </a:p>
          <a:p>
            <a:pPr marL="0" indent="0">
              <a:buNone/>
            </a:pPr>
            <a:endParaRPr lang="en-US" sz="2000" dirty="0" smtClean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B4540-02EA-A847-9B20-43D76721B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Database?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2445D-0D69-6D44-9161-7DBB504E6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824" y="2715317"/>
            <a:ext cx="2163377" cy="22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1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80618" y="1498168"/>
            <a:ext cx="9793282" cy="490439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Record based logical model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+mn-lt"/>
              </a:rPr>
              <a:t>Hierarchical data model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+mn-lt"/>
              </a:rPr>
              <a:t>Network  data model</a:t>
            </a:r>
          </a:p>
          <a:p>
            <a:pPr lvl="1">
              <a:spcBef>
                <a:spcPts val="1200"/>
              </a:spcBef>
            </a:pPr>
            <a:r>
              <a:rPr lang="en-US" sz="2000" dirty="0">
                <a:latin typeface="+mn-lt"/>
              </a:rPr>
              <a:t>Relational data model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Object based logical model</a:t>
            </a:r>
          </a:p>
          <a:p>
            <a:pPr lvl="1">
              <a:spcBef>
                <a:spcPts val="1200"/>
              </a:spcBef>
            </a:pPr>
            <a:r>
              <a:rPr lang="en-US" sz="2000" dirty="0" smtClean="0">
                <a:latin typeface="+mn-lt"/>
              </a:rPr>
              <a:t>Entity relationship model</a:t>
            </a:r>
            <a:endParaRPr lang="en-US" sz="200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5938" y="781070"/>
            <a:ext cx="9545006" cy="3698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Types of Data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F0097-4884-6F44-BC7A-286FF34B2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18" y="1484313"/>
            <a:ext cx="10219891" cy="484879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E/R Diagram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6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DBMS Operations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625E48-7043-E746-9EA0-BFA85157E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5C4D9B2-3715-E14D-841A-D9667C72D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628740"/>
              </p:ext>
            </p:extLst>
          </p:nvPr>
        </p:nvGraphicFramePr>
        <p:xfrm>
          <a:off x="767594" y="1509270"/>
          <a:ext cx="8459606" cy="4819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552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Advantages of DBMS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7742" y="1493477"/>
            <a:ext cx="10622576" cy="4904394"/>
          </a:xfrm>
        </p:spPr>
        <p:txBody>
          <a:bodyPr>
            <a:norm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Sharing of data across applications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Reduced data redundancy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Enhanced security mechanism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Data independence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Better flexibility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Enforce integrity constraints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Better transaction support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Enforce standards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Backup and recovery features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40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RDBMS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0617" y="1498166"/>
            <a:ext cx="986737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A </a:t>
            </a:r>
            <a:r>
              <a:rPr lang="en-US" sz="2000" dirty="0">
                <a:cs typeface="Arial" panose="020B0604020202020204" pitchFamily="34" charset="0"/>
              </a:rPr>
              <a:t>relational database refers to a database that stores data in a structured format, using rows and columns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r>
              <a:rPr lang="en-US" sz="2000" dirty="0" smtClean="0">
                <a:cs typeface="Arial" panose="020B0604020202020204" pitchFamily="34" charset="0"/>
              </a:rPr>
              <a:t> </a:t>
            </a: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This makes it </a:t>
            </a:r>
            <a:r>
              <a:rPr lang="en-US" sz="2000" dirty="0" smtClean="0">
                <a:cs typeface="Arial" panose="020B0604020202020204" pitchFamily="34" charset="0"/>
              </a:rPr>
              <a:t>easier </a:t>
            </a:r>
            <a:r>
              <a:rPr lang="en-US" sz="2000" dirty="0">
                <a:cs typeface="Arial" panose="020B0604020202020204" pitchFamily="34" charset="0"/>
              </a:rPr>
              <a:t>to locate and access specific values within the database. </a:t>
            </a:r>
            <a:endParaRPr lang="en-US" sz="2000" dirty="0" smtClean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It is "relational" because the values within each table are related to each other. </a:t>
            </a:r>
          </a:p>
          <a:p>
            <a:r>
              <a:rPr lang="en-US" sz="2000" dirty="0" smtClean="0">
                <a:cs typeface="Arial" panose="020B0604020202020204" pitchFamily="34" charset="0"/>
              </a:rPr>
              <a:t>      Tables </a:t>
            </a:r>
            <a:r>
              <a:rPr lang="en-US" sz="2000" dirty="0">
                <a:cs typeface="Arial" panose="020B0604020202020204" pitchFamily="34" charset="0"/>
              </a:rPr>
              <a:t>may also be related to other tables</a:t>
            </a:r>
            <a:r>
              <a:rPr lang="en-US" sz="2000" dirty="0" smtClean="0"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The </a:t>
            </a:r>
            <a:r>
              <a:rPr lang="en-US" sz="2000" dirty="0">
                <a:cs typeface="Arial" panose="020B0604020202020204" pitchFamily="34" charset="0"/>
              </a:rPr>
              <a:t>relational structure makes it possible to run queries across multiple tables at once.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6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Features of RDBMS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84575035"/>
              </p:ext>
            </p:extLst>
          </p:nvPr>
        </p:nvGraphicFramePr>
        <p:xfrm>
          <a:off x="788989" y="1484312"/>
          <a:ext cx="9394102" cy="4872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D91E7E1-5384-7642-8080-050E557D40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9775" y="2933360"/>
            <a:ext cx="2206677" cy="220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2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0618" y="1498168"/>
            <a:ext cx="9867372" cy="439598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The key difference is that RDBMS (relational database management system) applications store data in a tabular form,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whereas in tradition approach,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applications store data as files.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cs typeface="Arial" panose="020B0604020202020204" pitchFamily="34" charset="0"/>
              </a:rPr>
              <a:t>There can be, but there will be no “relation” between the tables, like in a RDBMS. In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traditional approach,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data is generally stored in either a hierarchical form or a navigational form.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This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means that a single data unit will have one parent node and zero, one or more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children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nodes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.</a:t>
            </a:r>
            <a:endParaRPr lang="en-US" sz="2000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24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RDBMS VS </a:t>
            </a:r>
            <a:r>
              <a:rPr lang="en-US" sz="24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TRADITIONAL APPROACH</a:t>
            </a:r>
            <a:endParaRPr lang="en-US" sz="2400" b="1" kern="120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5EB18E-7DE0-462F-925E-B153ED663F6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4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8450" y="3061855"/>
            <a:ext cx="9055100" cy="734291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>
                <a:latin typeface="+mn-lt"/>
              </a:rPr>
              <a:t>Normalization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646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77738" y="1491104"/>
            <a:ext cx="10622576" cy="490566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Decompose </a:t>
            </a:r>
            <a:r>
              <a:rPr lang="en-US" sz="2000" dirty="0">
                <a:latin typeface="+mn-lt"/>
                <a:cs typeface="Arial" panose="020B0604020202020204" pitchFamily="34" charset="0"/>
              </a:rPr>
              <a:t>larger, complex table into simpler </a:t>
            </a:r>
            <a:r>
              <a:rPr lang="en-US" sz="2000" dirty="0" smtClean="0">
                <a:latin typeface="+mn-lt"/>
                <a:cs typeface="Arial" panose="020B0604020202020204" pitchFamily="34" charset="0"/>
              </a:rPr>
              <a:t>and smaller 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  <a:cs typeface="Arial" panose="020B0604020202020204" pitchFamily="34" charset="0"/>
              </a:rPr>
              <a:t>Moves from lower normal forms to higher normal forms.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57285-98F4-F442-BF4F-C51623F499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01992" y="2912304"/>
            <a:ext cx="4318861" cy="296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38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Normalization and Normal Forms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239665"/>
              </p:ext>
            </p:extLst>
          </p:nvPr>
        </p:nvGraphicFramePr>
        <p:xfrm>
          <a:off x="1645444" y="955675"/>
          <a:ext cx="8901112" cy="4946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86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77739" y="1492205"/>
            <a:ext cx="10622576" cy="490566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In </a:t>
            </a:r>
            <a:r>
              <a:rPr lang="en-US" sz="2000" dirty="0">
                <a:latin typeface="+mn-lt"/>
              </a:rPr>
              <a:t>order to produce good database </a:t>
            </a:r>
            <a:r>
              <a:rPr lang="en-US" sz="2000" dirty="0" smtClean="0">
                <a:latin typeface="+mn-lt"/>
              </a:rPr>
              <a:t>design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To </a:t>
            </a:r>
            <a:r>
              <a:rPr lang="en-US" sz="2000" dirty="0">
                <a:latin typeface="+mn-lt"/>
              </a:rPr>
              <a:t>ensure all database operations </a:t>
            </a:r>
            <a:r>
              <a:rPr lang="en-US" sz="2000" dirty="0" smtClean="0">
                <a:latin typeface="+mn-lt"/>
              </a:rPr>
              <a:t>to be </a:t>
            </a:r>
            <a:r>
              <a:rPr lang="en-US" sz="2000" dirty="0">
                <a:latin typeface="+mn-lt"/>
              </a:rPr>
              <a:t>efficiently </a:t>
            </a:r>
            <a:r>
              <a:rPr lang="en-US" sz="2000" dirty="0" smtClean="0">
                <a:latin typeface="+mn-lt"/>
              </a:rPr>
              <a:t>performed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Avoid any expensive </a:t>
            </a:r>
            <a:r>
              <a:rPr lang="en-US" sz="2000" dirty="0">
                <a:latin typeface="+mn-lt"/>
              </a:rPr>
              <a:t>DBMS </a:t>
            </a:r>
            <a:r>
              <a:rPr lang="en-US" sz="2000" dirty="0" smtClean="0">
                <a:latin typeface="+mn-lt"/>
              </a:rPr>
              <a:t>operations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Avoid unnecessary replication of information</a:t>
            </a:r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Need for Normalization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C18AC1-AE2E-E44F-AE33-22EC5009DFB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29596" y="3087463"/>
            <a:ext cx="4318861" cy="296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2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77736" y="1492205"/>
            <a:ext cx="10622576" cy="490566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+mn-lt"/>
                <a:cs typeface="Arial" panose="020B0604020202020204" pitchFamily="34" charset="0"/>
              </a:rPr>
              <a:t>RAW DATABASE</a:t>
            </a:r>
            <a:endParaRPr lang="en-IN" sz="2000" b="1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for Normalization 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609573"/>
              </p:ext>
            </p:extLst>
          </p:nvPr>
        </p:nvGraphicFramePr>
        <p:xfrm>
          <a:off x="770453" y="2220922"/>
          <a:ext cx="10817355" cy="250724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60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285">
                <a:tc>
                  <a:txBody>
                    <a:bodyPr/>
                    <a:lstStyle/>
                    <a:p>
                      <a:r>
                        <a:rPr lang="en-US" sz="2000" dirty="0"/>
                        <a:t>Student_Details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Course_details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Pre-requisite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Result_details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92">
                <a:tc>
                  <a:txBody>
                    <a:bodyPr/>
                    <a:lstStyle/>
                    <a:p>
                      <a:r>
                        <a:rPr lang="en-US" sz="2000" dirty="0"/>
                        <a:t>0101 Tim 11/4/1985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M1 Advance </a:t>
                      </a:r>
                      <a:r>
                        <a:rPr lang="en-US" sz="2000" dirty="0" err="1" smtClean="0"/>
                        <a:t>maths</a:t>
                      </a:r>
                      <a:r>
                        <a:rPr lang="en-US" sz="2000" dirty="0" smtClean="0"/>
                        <a:t>                         </a:t>
                      </a:r>
                      <a:r>
                        <a:rPr lang="en-US" sz="2000" baseline="0" dirty="0" smtClean="0"/>
                        <a:t>7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Basic Math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02/11/2015   82      A   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92">
                <a:tc>
                  <a:txBody>
                    <a:bodyPr/>
                    <a:lstStyle/>
                    <a:p>
                      <a:r>
                        <a:rPr lang="en-US" sz="2000" dirty="0"/>
                        <a:t>0102 Rob 10/04/1986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</a:t>
                      </a:r>
                      <a:r>
                        <a:rPr lang="en-US" sz="2000" dirty="0" smtClean="0"/>
                        <a:t>4 Advance Physics</a:t>
                      </a:r>
                      <a:r>
                        <a:rPr lang="en-US" sz="2000" baseline="0" dirty="0" smtClean="0"/>
                        <a:t>                         8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Basic Physics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21/11/2015  89       A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60">
                <a:tc>
                  <a:txBody>
                    <a:bodyPr/>
                    <a:lstStyle/>
                    <a:p>
                      <a:r>
                        <a:rPr lang="en-US" sz="2000" dirty="0"/>
                        <a:t>0103 Mary 11/07/1985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B3 </a:t>
                      </a:r>
                      <a:r>
                        <a:rPr lang="en-US" sz="2000" dirty="0" smtClean="0"/>
                        <a:t>Advance  Biology                     10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Basic Biology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12/11/2015 62        B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60">
                <a:tc>
                  <a:txBody>
                    <a:bodyPr/>
                    <a:lstStyle/>
                    <a:p>
                      <a:r>
                        <a:rPr lang="en-US" sz="2000" dirty="0"/>
                        <a:t>0104</a:t>
                      </a:r>
                      <a:r>
                        <a:rPr lang="en-US" sz="2000" baseline="0" dirty="0"/>
                        <a:t> Rob </a:t>
                      </a:r>
                      <a:r>
                        <a:rPr lang="en-US" sz="2000" dirty="0"/>
                        <a:t>10/04/1986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H6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smtClean="0"/>
                        <a:t>Advance  History                       9 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Basic History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21/11/2015  89</a:t>
                      </a:r>
                      <a:r>
                        <a:rPr lang="en-US" sz="2000" baseline="0" dirty="0"/>
                        <a:t>       A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60">
                <a:tc>
                  <a:txBody>
                    <a:bodyPr/>
                    <a:lstStyle/>
                    <a:p>
                      <a:r>
                        <a:rPr lang="en-US" sz="2000" dirty="0"/>
                        <a:t>0105 Tom</a:t>
                      </a:r>
                      <a:r>
                        <a:rPr lang="en-US" sz="2000" baseline="0" dirty="0"/>
                        <a:t>   03/08/1988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C3 </a:t>
                      </a:r>
                      <a:r>
                        <a:rPr lang="en-US" sz="2000" dirty="0" smtClean="0"/>
                        <a:t>Advance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Chemistry                 </a:t>
                      </a:r>
                      <a:r>
                        <a:rPr lang="en-US" sz="2000" baseline="0" dirty="0" smtClean="0"/>
                        <a:t>11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Basic Biology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12/11/2015</a:t>
                      </a:r>
                      <a:r>
                        <a:rPr lang="en-US" sz="2000" baseline="0" dirty="0"/>
                        <a:t>  50       C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77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77739" y="1492204"/>
            <a:ext cx="10622576" cy="490566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Consider the relation </a:t>
            </a:r>
          </a:p>
          <a:p>
            <a:pPr lvl="1"/>
            <a:r>
              <a:rPr lang="en-US" sz="2000" dirty="0">
                <a:latin typeface="+mj-lt"/>
              </a:rPr>
              <a:t>Result </a:t>
            </a:r>
            <a:r>
              <a:rPr lang="en-US" sz="2000" dirty="0" smtClean="0">
                <a:latin typeface="+mj-lt"/>
              </a:rPr>
              <a:t>(Student</a:t>
            </a:r>
            <a:r>
              <a:rPr lang="en-US" sz="2000" dirty="0">
                <a:latin typeface="+mj-lt"/>
              </a:rPr>
              <a:t>#, </a:t>
            </a:r>
            <a:r>
              <a:rPr lang="en-US" sz="2000" dirty="0" smtClean="0">
                <a:latin typeface="+mj-lt"/>
              </a:rPr>
              <a:t>Course</a:t>
            </a:r>
            <a:r>
              <a:rPr lang="en-US" sz="2000" dirty="0">
                <a:latin typeface="+mj-lt"/>
              </a:rPr>
              <a:t>#, </a:t>
            </a:r>
            <a:r>
              <a:rPr lang="en-US" sz="2000" dirty="0" err="1" smtClean="0">
                <a:latin typeface="+mj-lt"/>
              </a:rPr>
              <a:t>CourseName</a:t>
            </a:r>
            <a:r>
              <a:rPr lang="en-US" sz="2000" dirty="0" smtClean="0">
                <a:latin typeface="+mj-lt"/>
              </a:rPr>
              <a:t>#, Marks#, Grade#)</a:t>
            </a:r>
            <a:endParaRPr lang="en-US" sz="2000" dirty="0">
              <a:latin typeface="+mj-lt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Student# and course# together defines exactly one value of marks. Student#, course# ,</a:t>
            </a:r>
            <a:r>
              <a:rPr lang="en-US" dirty="0" smtClean="0">
                <a:latin typeface="+mj-lt"/>
              </a:rPr>
              <a:t>Marks</a:t>
            </a:r>
            <a:endParaRPr lang="en-US" dirty="0">
              <a:latin typeface="+mj-lt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Student# and course# determines Marks or Marks is functionally dependent on student# and course#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Other functional dependencies in the relation:</a:t>
            </a:r>
          </a:p>
          <a:p>
            <a:pPr lvl="1"/>
            <a:r>
              <a:rPr lang="en-US" sz="2000" dirty="0" smtClean="0">
                <a:latin typeface="+mj-lt"/>
              </a:rPr>
              <a:t>Course</a:t>
            </a:r>
            <a:r>
              <a:rPr lang="en-US" sz="2000" dirty="0">
                <a:latin typeface="+mj-lt"/>
              </a:rPr>
              <a:t># - </a:t>
            </a:r>
            <a:r>
              <a:rPr lang="en-US" sz="2000" dirty="0" err="1" smtClean="0">
                <a:latin typeface="+mj-lt"/>
              </a:rPr>
              <a:t>CourseName</a:t>
            </a:r>
            <a:endParaRPr lang="en-US" sz="2000" dirty="0">
              <a:latin typeface="+mj-lt"/>
            </a:endParaRPr>
          </a:p>
          <a:p>
            <a:pPr lvl="1"/>
            <a:r>
              <a:rPr lang="en-US" sz="2000" dirty="0" smtClean="0">
                <a:latin typeface="+mj-lt"/>
              </a:rPr>
              <a:t>Marks# </a:t>
            </a:r>
            <a:r>
              <a:rPr lang="en-US" sz="2000" dirty="0">
                <a:latin typeface="+mj-lt"/>
              </a:rPr>
              <a:t>- Grade</a:t>
            </a:r>
            <a:endParaRPr lang="en-US" sz="2000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Functional Dependency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61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Functional Dependency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half" idx="1"/>
          </p:nvPr>
        </p:nvSpPr>
        <p:spPr>
          <a:xfrm>
            <a:off x="777875" y="1492250"/>
            <a:ext cx="10621963" cy="49053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000" dirty="0" smtClean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In </a:t>
            </a:r>
            <a:r>
              <a:rPr lang="en-US" sz="2000" dirty="0">
                <a:latin typeface="+mn-lt"/>
              </a:rPr>
              <a:t>a given relation R, X and Y are attributes. Attribute Y is functionally dependent on attribute X if each value of X determines exactly one value of 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9141" y="3852626"/>
            <a:ext cx="2451370" cy="9338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X 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8958" y="3852625"/>
            <a:ext cx="2451370" cy="9338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Y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505911" y="4319553"/>
            <a:ext cx="923047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57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Functional Dependency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392906" y="2362949"/>
            <a:ext cx="5518912" cy="744649"/>
          </a:xfrm>
          <a:prstGeom prst="rect">
            <a:avLst/>
          </a:prstGeom>
          <a:solidFill>
            <a:schemeClr val="accent3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52839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Partial Functional Dependency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2906" y="3469038"/>
            <a:ext cx="5518912" cy="744649"/>
          </a:xfrm>
          <a:prstGeom prst="rect">
            <a:avLst/>
          </a:prstGeom>
          <a:solidFill>
            <a:schemeClr val="accent3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52839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Transitive Dependency</a:t>
            </a:r>
          </a:p>
        </p:txBody>
      </p:sp>
    </p:spTree>
    <p:extLst>
      <p:ext uri="{BB962C8B-B14F-4D97-AF65-F5344CB8AC3E}">
        <p14:creationId xmlns:p14="http://schemas.microsoft.com/office/powerpoint/2010/main" val="397630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77740" y="1492205"/>
            <a:ext cx="10622576" cy="4905665"/>
          </a:xfrm>
        </p:spPr>
        <p:txBody>
          <a:bodyPr>
            <a:normAutofit/>
          </a:bodyPr>
          <a:lstStyle/>
          <a:p>
            <a:endParaRPr lang="en-US" sz="2000" dirty="0" smtClean="0">
              <a:latin typeface="+mn-lt"/>
            </a:endParaRPr>
          </a:p>
          <a:p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n-lt"/>
              </a:rPr>
              <a:t>Attribute </a:t>
            </a:r>
            <a:r>
              <a:rPr lang="en-US" sz="2000" dirty="0">
                <a:latin typeface="+mn-lt"/>
              </a:rPr>
              <a:t>Y is partially dependent on attribute X, if and only if it is dependent on the subset of attribute 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REPORT (Student#, Course#, </a:t>
            </a:r>
            <a:r>
              <a:rPr lang="en-US" sz="2000" dirty="0" err="1" smtClean="0">
                <a:latin typeface="+mn-lt"/>
              </a:rPr>
              <a:t>StudentName</a:t>
            </a:r>
            <a:r>
              <a:rPr lang="en-US" sz="2000" dirty="0">
                <a:latin typeface="+mn-lt"/>
              </a:rPr>
              <a:t>, </a:t>
            </a:r>
            <a:r>
              <a:rPr lang="en-US" sz="2000" dirty="0" err="1">
                <a:latin typeface="+mn-lt"/>
              </a:rPr>
              <a:t>CourseName</a:t>
            </a:r>
            <a:r>
              <a:rPr lang="en-US" sz="2000" dirty="0">
                <a:latin typeface="+mn-lt"/>
              </a:rPr>
              <a:t>, Marks, Grade)</a:t>
            </a:r>
          </a:p>
          <a:p>
            <a:endParaRPr lang="en-US" sz="2000" dirty="0">
              <a:latin typeface="+mn-lt"/>
            </a:endParaRPr>
          </a:p>
          <a:p>
            <a:endParaRPr lang="en-US" sz="2000" dirty="0" smtClean="0">
              <a:latin typeface="+mn-lt"/>
            </a:endParaRPr>
          </a:p>
          <a:p>
            <a:endParaRPr lang="en-US" sz="2000" dirty="0">
              <a:latin typeface="+mn-lt"/>
            </a:endParaRPr>
          </a:p>
          <a:p>
            <a:endParaRPr lang="en-US" sz="2000" dirty="0" smtClean="0">
              <a:latin typeface="+mn-lt"/>
            </a:endParaRPr>
          </a:p>
          <a:p>
            <a:endParaRPr lang="en-US" sz="2000" dirty="0">
              <a:latin typeface="+mn-lt"/>
            </a:endParaRPr>
          </a:p>
          <a:p>
            <a:endParaRPr lang="en-US" sz="2000" dirty="0" smtClean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Functional Dependency Types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706574" y="1471766"/>
            <a:ext cx="4924808" cy="481725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52839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Partial Functional Dependency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3039" y="3552048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Mark</a:t>
            </a:r>
            <a:r>
              <a:rPr lang="en-IN" sz="2400" dirty="0" smtClean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  <a:endParaRPr lang="en-IN" sz="2400" dirty="0">
              <a:solidFill>
                <a:schemeClr val="tx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11" name="Straight Arrow Connector 10"/>
          <p:cNvCxnSpPr>
            <a:endCxn id="10" idx="1"/>
          </p:cNvCxnSpPr>
          <p:nvPr/>
        </p:nvCxnSpPr>
        <p:spPr>
          <a:xfrm flipV="1">
            <a:off x="5367757" y="3873067"/>
            <a:ext cx="755283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121093" y="4238075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CourseName</a:t>
            </a:r>
          </a:p>
        </p:txBody>
      </p:sp>
      <p:cxnSp>
        <p:nvCxnSpPr>
          <p:cNvPr id="13" name="Straight Arrow Connector 12"/>
          <p:cNvCxnSpPr>
            <a:endCxn id="12" idx="1"/>
          </p:cNvCxnSpPr>
          <p:nvPr/>
        </p:nvCxnSpPr>
        <p:spPr>
          <a:xfrm flipV="1">
            <a:off x="5365811" y="4559095"/>
            <a:ext cx="755283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234677" y="3552048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Student#, Course#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4677" y="4238075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Course#</a:t>
            </a:r>
          </a:p>
        </p:txBody>
      </p:sp>
    </p:spTree>
    <p:extLst>
      <p:ext uri="{BB962C8B-B14F-4D97-AF65-F5344CB8AC3E}">
        <p14:creationId xmlns:p14="http://schemas.microsoft.com/office/powerpoint/2010/main" val="33016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528354" y="1397966"/>
            <a:ext cx="10622576" cy="4905665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Functional Dependency Types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689956" y="1470458"/>
            <a:ext cx="4802880" cy="470406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52839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Transitive Dependency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2203" y="3195192"/>
            <a:ext cx="689301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Y</a:t>
            </a:r>
          </a:p>
        </p:txBody>
      </p:sp>
      <p:cxnSp>
        <p:nvCxnSpPr>
          <p:cNvPr id="8" name="Straight Arrow Connector 7"/>
          <p:cNvCxnSpPr>
            <a:endCxn id="7" idx="1"/>
          </p:cNvCxnSpPr>
          <p:nvPr/>
        </p:nvCxnSpPr>
        <p:spPr>
          <a:xfrm flipV="1">
            <a:off x="3487154" y="3516211"/>
            <a:ext cx="565049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27959" y="4612274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Student#</a:t>
            </a:r>
            <a:endParaRPr lang="en-IN" sz="2400" dirty="0">
              <a:solidFill>
                <a:schemeClr val="tx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47233" y="4612275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Marks#</a:t>
            </a:r>
            <a:endParaRPr lang="en-IN" sz="2400" dirty="0">
              <a:solidFill>
                <a:schemeClr val="tx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6079383" y="4933294"/>
            <a:ext cx="767851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738565" y="4612274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>
                <a:solidFill>
                  <a:schemeClr val="tx1"/>
                </a:solidFill>
              </a:rPr>
              <a:t>Grade</a:t>
            </a:r>
            <a:r>
              <a:rPr lang="en-IN" sz="2400" dirty="0" smtClean="0">
                <a:solidFill>
                  <a:schemeClr val="tx1"/>
                </a:solidFill>
              </a:rPr>
              <a:t>#</a:t>
            </a:r>
            <a:endParaRPr lang="en-IN" sz="24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endCxn id="12" idx="1"/>
          </p:cNvCxnSpPr>
          <p:nvPr/>
        </p:nvCxnSpPr>
        <p:spPr>
          <a:xfrm flipV="1">
            <a:off x="8983283" y="4933293"/>
            <a:ext cx="755283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20474" y="3195193"/>
            <a:ext cx="641345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9436" y="3195192"/>
            <a:ext cx="689301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Z</a:t>
            </a:r>
          </a:p>
        </p:txBody>
      </p:sp>
      <p:cxnSp>
        <p:nvCxnSpPr>
          <p:cNvPr id="16" name="Straight Arrow Connector 15"/>
          <p:cNvCxnSpPr>
            <a:endCxn id="15" idx="1"/>
          </p:cNvCxnSpPr>
          <p:nvPr/>
        </p:nvCxnSpPr>
        <p:spPr>
          <a:xfrm flipV="1">
            <a:off x="5774387" y="3516211"/>
            <a:ext cx="565049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380593" y="3208762"/>
            <a:ext cx="641345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9555" y="3208761"/>
            <a:ext cx="689301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Z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8034506" y="3529781"/>
            <a:ext cx="565049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99722" y="2430581"/>
            <a:ext cx="5350697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Ø"/>
              <a:defRPr sz="3200">
                <a:latin typeface="Helvetica LT Std Cond" panose="020B0506020202030204" pitchFamily="34" charset="0"/>
              </a:defRPr>
            </a:lvl1pPr>
          </a:lstStyle>
          <a:p>
            <a:pPr marL="0" indent="0" algn="ctr">
              <a:spcBef>
                <a:spcPct val="50000"/>
              </a:spcBef>
              <a:buClr>
                <a:schemeClr val="tx1"/>
              </a:buClr>
              <a:buSzPct val="120000"/>
              <a:buNone/>
            </a:pPr>
            <a:r>
              <a:rPr lang="en-US" altLang="en-US" sz="2400" dirty="0">
                <a:latin typeface="Arial Narrow" panose="020B0604020202020204" pitchFamily="34" charset="0"/>
                <a:cs typeface="Arial Narrow" panose="020B0604020202020204" pitchFamily="34" charset="0"/>
              </a:rPr>
              <a:t>X, Y, Z are three attributes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45809" y="3195192"/>
            <a:ext cx="641345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771" y="4626127"/>
            <a:ext cx="2122654" cy="642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Course#</a:t>
            </a:r>
            <a:endParaRPr lang="en-IN" sz="2400" dirty="0">
              <a:solidFill>
                <a:schemeClr val="tx1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3169921" y="4947146"/>
            <a:ext cx="767851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6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173616629"/>
              </p:ext>
            </p:extLst>
          </p:nvPr>
        </p:nvGraphicFramePr>
        <p:xfrm>
          <a:off x="2251633" y="1456604"/>
          <a:ext cx="7821727" cy="4651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309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A4A8FBC-9EDC-49B6-A0FF-134758A6F0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B9897A4-1949-43E3-820D-F316E62B61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EE74E82-9B19-4FB0-A2C3-167288B7B5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889690C-FCE6-4ECC-BDF3-F3F5401F40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5E05D5E-50B2-4502-B313-51B797A19A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1DE44D4-E231-465F-98B3-CD1EF9BDE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20FD29D-EE7B-4514-BD24-967376FD70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8353" y="941945"/>
            <a:ext cx="9545006" cy="3698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First Normal Form – (1NF)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66107680"/>
              </p:ext>
            </p:extLst>
          </p:nvPr>
        </p:nvGraphicFramePr>
        <p:xfrm>
          <a:off x="785813" y="1495425"/>
          <a:ext cx="4586287" cy="4905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96848" y="2659668"/>
            <a:ext cx="5803309" cy="153517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Ø"/>
              <a:defRPr sz="3200">
                <a:latin typeface="Helvetica LT Std Cond" panose="020B0506020202030204" pitchFamily="34" charset="0"/>
              </a:defRPr>
            </a:lvl1pPr>
          </a:lstStyle>
          <a:p>
            <a:pPr marL="0" indent="0">
              <a:spcAft>
                <a:spcPts val="520"/>
              </a:spcAft>
              <a:buClr>
                <a:srgbClr val="0070C0"/>
              </a:buClr>
              <a:buSzPct val="120000"/>
              <a:buNone/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A relation schema is in 1NF, if and only if:</a:t>
            </a:r>
          </a:p>
          <a:p>
            <a:pPr marL="0" indent="0">
              <a:spcAft>
                <a:spcPts val="520"/>
              </a:spcAft>
              <a:buClr>
                <a:srgbClr val="0070C0"/>
              </a:buClr>
              <a:buSzPct val="120000"/>
              <a:buNone/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All attributes in the relation are atomic in nature and there are no repeating elements or group of elements.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911079" y="3174402"/>
            <a:ext cx="779555" cy="50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0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4A8FBC-9EDC-49B6-A0FF-134758A6F0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B9897A4-1949-43E3-820D-F316E62B61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EE74E82-9B19-4FB0-A2C3-167288B7B5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89690C-FCE6-4ECC-BDF3-F3F5401F40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5E05D5E-50B2-4502-B313-51B797A19A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1DE44D4-E231-465F-98B3-CD1EF9BDE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20FD29D-EE7B-4514-BD24-967376FD70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  <p:bldP spid="11" grpId="0" uiExpand="1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5938" y="765175"/>
            <a:ext cx="9545006" cy="3698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First Normal Form – (1NF)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438308" y="1730185"/>
            <a:ext cx="3315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 Marks 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07292"/>
              </p:ext>
            </p:extLst>
          </p:nvPr>
        </p:nvGraphicFramePr>
        <p:xfrm>
          <a:off x="770453" y="2220922"/>
          <a:ext cx="10817355" cy="250724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60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4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285">
                <a:tc>
                  <a:txBody>
                    <a:bodyPr/>
                    <a:lstStyle/>
                    <a:p>
                      <a:r>
                        <a:rPr lang="en-US" sz="2000" dirty="0"/>
                        <a:t>Student_Details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Course_details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Pre-requisite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Result_details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92">
                <a:tc>
                  <a:txBody>
                    <a:bodyPr/>
                    <a:lstStyle/>
                    <a:p>
                      <a:r>
                        <a:rPr lang="en-US" sz="2000" dirty="0"/>
                        <a:t>0101 Tim 11/4/1985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M1 Advance </a:t>
                      </a:r>
                      <a:r>
                        <a:rPr lang="en-US" sz="2000" dirty="0" err="1" smtClean="0"/>
                        <a:t>maths</a:t>
                      </a:r>
                      <a:r>
                        <a:rPr lang="en-US" sz="2000" dirty="0" smtClean="0"/>
                        <a:t>                         </a:t>
                      </a:r>
                      <a:r>
                        <a:rPr lang="en-US" sz="2000" baseline="0" dirty="0" smtClean="0"/>
                        <a:t>7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Basic Math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02/11/2015   82      A   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92">
                <a:tc>
                  <a:txBody>
                    <a:bodyPr/>
                    <a:lstStyle/>
                    <a:p>
                      <a:r>
                        <a:rPr lang="en-US" sz="2000" dirty="0"/>
                        <a:t>0102 Rob 10/04/1986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</a:t>
                      </a:r>
                      <a:r>
                        <a:rPr lang="en-US" sz="2000" dirty="0" smtClean="0"/>
                        <a:t>4 Advance Physics</a:t>
                      </a:r>
                      <a:r>
                        <a:rPr lang="en-US" sz="2000" baseline="0" dirty="0" smtClean="0"/>
                        <a:t>                         8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Basic Physics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21/11/2015  89       A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60">
                <a:tc>
                  <a:txBody>
                    <a:bodyPr/>
                    <a:lstStyle/>
                    <a:p>
                      <a:r>
                        <a:rPr lang="en-US" sz="2000" dirty="0"/>
                        <a:t>0103 Mary 11/07/1985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B3 </a:t>
                      </a:r>
                      <a:r>
                        <a:rPr lang="en-US" sz="2000" dirty="0" smtClean="0"/>
                        <a:t>Advance  Biology                     10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Basic Biology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12/11/2015 62        B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60">
                <a:tc>
                  <a:txBody>
                    <a:bodyPr/>
                    <a:lstStyle/>
                    <a:p>
                      <a:r>
                        <a:rPr lang="en-US" sz="2000" dirty="0"/>
                        <a:t>0104</a:t>
                      </a:r>
                      <a:r>
                        <a:rPr lang="en-US" sz="2000" baseline="0" dirty="0"/>
                        <a:t> Rob </a:t>
                      </a:r>
                      <a:r>
                        <a:rPr lang="en-US" sz="2000" dirty="0"/>
                        <a:t>10/04/1986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H6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aseline="0" dirty="0" smtClean="0"/>
                        <a:t>Advance  History                       9 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Basic History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21/11/2015  89</a:t>
                      </a:r>
                      <a:r>
                        <a:rPr lang="en-US" sz="2000" baseline="0" dirty="0"/>
                        <a:t>       A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60">
                <a:tc>
                  <a:txBody>
                    <a:bodyPr/>
                    <a:lstStyle/>
                    <a:p>
                      <a:r>
                        <a:rPr lang="en-US" sz="2000" dirty="0"/>
                        <a:t>0105 Tom</a:t>
                      </a:r>
                      <a:r>
                        <a:rPr lang="en-US" sz="2000" baseline="0" dirty="0"/>
                        <a:t>   03/08/1988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C3 </a:t>
                      </a:r>
                      <a:r>
                        <a:rPr lang="en-US" sz="2000" dirty="0" smtClean="0"/>
                        <a:t>Advance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Chemistry                 </a:t>
                      </a:r>
                      <a:r>
                        <a:rPr lang="en-US" sz="2000" baseline="0" dirty="0" smtClean="0"/>
                        <a:t>11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Basic Biology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12/11/2015</a:t>
                      </a:r>
                      <a:r>
                        <a:rPr lang="en-US" sz="2000" baseline="0" dirty="0"/>
                        <a:t>  50       C</a:t>
                      </a:r>
                      <a:endParaRPr lang="en-US" sz="2000" dirty="0">
                        <a:latin typeface="Helvetica LT Std Cond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75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First Normal Form - (1NF)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711808"/>
              </p:ext>
            </p:extLst>
          </p:nvPr>
        </p:nvGraphicFramePr>
        <p:xfrm>
          <a:off x="766763" y="2168836"/>
          <a:ext cx="11225818" cy="407956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46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14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93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45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37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017773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Student#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Student_Name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Date Of</a:t>
                      </a:r>
                      <a:r>
                        <a:rPr lang="en-US" sz="2000" baseline="0" dirty="0"/>
                        <a:t> Birth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Course#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CourseName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Pre-</a:t>
                      </a:r>
                    </a:p>
                    <a:p>
                      <a:pPr algn="ctr"/>
                      <a:r>
                        <a:rPr lang="en-US" sz="2000" dirty="0"/>
                        <a:t>Requisite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Duration in days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Date</a:t>
                      </a:r>
                      <a:r>
                        <a:rPr lang="en-US" sz="2000" u="none" baseline="0" dirty="0"/>
                        <a:t> Of Exam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Marks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4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Tim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11/4/1985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 </a:t>
                      </a:r>
                      <a:r>
                        <a:rPr lang="en-US" sz="2000" baseline="0" dirty="0" smtClean="0"/>
                        <a:t>Math</a:t>
                      </a:r>
                      <a:endParaRPr kumimoji="0"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Basic Math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02/11/2015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4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10/04/1986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  <a:r>
                        <a:rPr lang="en-US" sz="2000" dirty="0" smtClean="0"/>
                        <a:t>4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</a:t>
                      </a:r>
                    </a:p>
                    <a:p>
                      <a:pPr marL="0" algn="ctr" rtl="0" eaLnBrk="1" latinLnBrk="0" hangingPunct="1"/>
                      <a:r>
                        <a:rPr lang="en-US" sz="2000" dirty="0" smtClean="0"/>
                        <a:t>Physics</a:t>
                      </a:r>
                      <a:endParaRPr kumimoji="0"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Basic Physics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21/11/2015 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89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2000" kern="12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44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Mary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marR="0" indent="0" algn="ctr" defTabSz="527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11/07/1985</a:t>
                      </a:r>
                    </a:p>
                    <a:p>
                      <a:pPr algn="ctr"/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</a:t>
                      </a:r>
                    </a:p>
                    <a:p>
                      <a:pPr marL="0" algn="ctr" rtl="0" eaLnBrk="1" latinLnBrk="0" hangingPunct="1"/>
                      <a:r>
                        <a:rPr lang="en-US" sz="2000" dirty="0" smtClean="0"/>
                        <a:t>Biology</a:t>
                      </a:r>
                      <a:endParaRPr lang="en-US" sz="2000" baseline="0" dirty="0"/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Basic Biology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12/11/2015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/>
                        <a:t>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448"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mr-IN" sz="2000" kern="1200" dirty="0"/>
                        <a:t>…</a:t>
                      </a:r>
                      <a:endParaRPr kumimoji="0"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mr-IN" sz="2000" dirty="0"/>
                        <a:t>…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1507" y="1498168"/>
            <a:ext cx="3968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 Marks Table in 1NF</a:t>
            </a:r>
          </a:p>
        </p:txBody>
      </p:sp>
    </p:spTree>
    <p:extLst>
      <p:ext uri="{BB962C8B-B14F-4D97-AF65-F5344CB8AC3E}">
        <p14:creationId xmlns:p14="http://schemas.microsoft.com/office/powerpoint/2010/main" val="268261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Second Normal Form – (2NF)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16303723"/>
              </p:ext>
            </p:extLst>
          </p:nvPr>
        </p:nvGraphicFramePr>
        <p:xfrm>
          <a:off x="766764" y="1484313"/>
          <a:ext cx="3805236" cy="4905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41818" y="3628092"/>
            <a:ext cx="6041463" cy="160611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Ø"/>
              <a:defRPr sz="3200">
                <a:latin typeface="Helvetica LT Std Cond" panose="020B0506020202030204" pitchFamily="34" charset="0"/>
              </a:defRPr>
            </a:lvl1pPr>
          </a:lstStyle>
          <a:p>
            <a:pPr marL="0" indent="0">
              <a:spcAft>
                <a:spcPts val="520"/>
              </a:spcAft>
              <a:buClr>
                <a:srgbClr val="0070C0"/>
              </a:buClr>
              <a:buSzPct val="120000"/>
              <a:buNone/>
              <a:tabLst>
                <a:tab pos="6926263" algn="l"/>
              </a:tabLst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A relation is said to be in 2NF, if and only if:</a:t>
            </a:r>
          </a:p>
          <a:p>
            <a:pPr>
              <a:spcAft>
                <a:spcPts val="520"/>
              </a:spcAft>
              <a:buClr>
                <a:schemeClr val="tx1"/>
              </a:buClr>
              <a:buSzPct val="120000"/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It is in 1NF.</a:t>
            </a:r>
          </a:p>
          <a:p>
            <a:pPr>
              <a:spcAft>
                <a:spcPts val="520"/>
              </a:spcAft>
              <a:buClr>
                <a:schemeClr val="tx1"/>
              </a:buClr>
              <a:buSzPct val="120000"/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No partial dependency exists between non-key attributes and key attributes.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521302" y="4325176"/>
            <a:ext cx="779555" cy="50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4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A4A8FBC-9EDC-49B6-A0FF-134758A6F0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B9897A4-1949-43E3-820D-F316E62B61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EE74E82-9B19-4FB0-A2C3-167288B7B5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889690C-FCE6-4ECC-BDF3-F3F5401F40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5E05D5E-50B2-4502-B313-51B797A19A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1DE44D4-E231-465F-98B3-CD1EF9BDE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20FD29D-EE7B-4514-BD24-967376FD70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  <p:bldP spid="7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Second Normal Form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(2NF)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46829" y="1647350"/>
            <a:ext cx="4098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 Marks Table in1NF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592450"/>
              </p:ext>
            </p:extLst>
          </p:nvPr>
        </p:nvGraphicFramePr>
        <p:xfrm>
          <a:off x="772593" y="2051444"/>
          <a:ext cx="10563685" cy="30599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936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0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2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59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81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99508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Student#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Student_Name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DOB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Course#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CourseName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Pre</a:t>
                      </a:r>
                    </a:p>
                    <a:p>
                      <a:pPr algn="ctr"/>
                      <a:r>
                        <a:rPr lang="en-US" sz="2000" dirty="0"/>
                        <a:t>Requisite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Duration in days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Date </a:t>
                      </a:r>
                      <a:r>
                        <a:rPr lang="en-US" sz="2000" u="none" baseline="0" dirty="0"/>
                        <a:t>of Exam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Marks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5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Tim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11/4/1985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 </a:t>
                      </a:r>
                      <a:r>
                        <a:rPr lang="en-US" sz="2000" baseline="0" dirty="0" smtClean="0"/>
                        <a:t>Math</a:t>
                      </a:r>
                      <a:endParaRPr kumimoji="0"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Basic Math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7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02/11/2015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5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10/04/1986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  <a:r>
                        <a:rPr lang="en-US" sz="2000" dirty="0" smtClean="0"/>
                        <a:t>4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</a:t>
                      </a:r>
                    </a:p>
                    <a:p>
                      <a:pPr marL="0" algn="ctr" rtl="0" eaLnBrk="1" latinLnBrk="0" hangingPunct="1"/>
                      <a:r>
                        <a:rPr lang="en-US" sz="2000" dirty="0" smtClean="0"/>
                        <a:t>Physics</a:t>
                      </a:r>
                      <a:endParaRPr kumimoji="0"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Basic Physics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21/11/2015 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89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2000" kern="12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50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Mary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marR="0" indent="0" algn="ctr" defTabSz="527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11/07/1985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</a:t>
                      </a:r>
                    </a:p>
                    <a:p>
                      <a:pPr marL="0" algn="ctr" rtl="0" eaLnBrk="1" latinLnBrk="0" hangingPunct="1"/>
                      <a:r>
                        <a:rPr lang="en-US" sz="2000" dirty="0" smtClean="0"/>
                        <a:t>Biology</a:t>
                      </a:r>
                      <a:endParaRPr lang="en-US" sz="2000" baseline="0" dirty="0"/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Basic Biology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12/11/2015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/>
                        <a:t>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61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780618" y="1484313"/>
            <a:ext cx="10622576" cy="4905665"/>
          </a:xfrm>
        </p:spPr>
        <p:txBody>
          <a:bodyPr/>
          <a:lstStyle/>
          <a:p>
            <a:pPr marL="205740" lvl="2" indent="-342900">
              <a:spcBef>
                <a:spcPts val="6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Student# ,Course# → Marks</a:t>
            </a:r>
          </a:p>
          <a:p>
            <a:pPr marL="205740" lvl="2" indent="-342900">
              <a:spcBef>
                <a:spcPts val="6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Student#, Course# → Grade</a:t>
            </a:r>
          </a:p>
          <a:p>
            <a:pPr marL="205740" lvl="2" indent="-342900">
              <a:spcBef>
                <a:spcPts val="6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Marks → </a:t>
            </a:r>
            <a:r>
              <a:rPr lang="en-US" altLang="en-US" dirty="0" smtClean="0">
                <a:latin typeface="+mn-lt"/>
              </a:rPr>
              <a:t>Grade</a:t>
            </a:r>
            <a:endParaRPr lang="en-US" altLang="en-US" dirty="0">
              <a:latin typeface="+mn-lt"/>
            </a:endParaRPr>
          </a:p>
          <a:p>
            <a:pPr marL="205740" lvl="2" indent="-342900">
              <a:spcBef>
                <a:spcPts val="6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Student# → </a:t>
            </a:r>
            <a:r>
              <a:rPr lang="en-US" altLang="en-US" dirty="0" err="1">
                <a:latin typeface="+mn-lt"/>
              </a:rPr>
              <a:t>StudentName</a:t>
            </a:r>
            <a:r>
              <a:rPr lang="en-US" altLang="en-US" dirty="0">
                <a:latin typeface="+mn-lt"/>
              </a:rPr>
              <a:t>, DOB</a:t>
            </a:r>
          </a:p>
          <a:p>
            <a:pPr marL="205740" lvl="2" indent="-342900">
              <a:spcBef>
                <a:spcPts val="6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dirty="0">
                <a:latin typeface="+mn-lt"/>
              </a:rPr>
              <a:t>Course# → </a:t>
            </a:r>
            <a:r>
              <a:rPr lang="en-US" altLang="en-US" dirty="0" err="1">
                <a:latin typeface="+mn-lt"/>
              </a:rPr>
              <a:t>CourseName</a:t>
            </a:r>
            <a:r>
              <a:rPr lang="en-US" altLang="en-US" dirty="0">
                <a:latin typeface="+mn-lt"/>
              </a:rPr>
              <a:t>, Pre-Requisite</a:t>
            </a:r>
            <a:r>
              <a:rPr lang="en-US" altLang="en-US" dirty="0" smtClean="0">
                <a:latin typeface="+mn-lt"/>
              </a:rPr>
              <a:t>,</a:t>
            </a:r>
          </a:p>
          <a:p>
            <a:pPr marL="205740" lvl="2" indent="-342900">
              <a:spcBef>
                <a:spcPts val="60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dirty="0" smtClean="0">
                <a:latin typeface="+mn-lt"/>
              </a:rPr>
              <a:t> </a:t>
            </a:r>
            <a:r>
              <a:rPr lang="en-US" altLang="en-US" dirty="0" err="1">
                <a:latin typeface="+mn-lt"/>
              </a:rPr>
              <a:t>DurationDays</a:t>
            </a:r>
            <a:r>
              <a:rPr lang="en-US" altLang="en-US" dirty="0">
                <a:latin typeface="+mn-lt"/>
              </a:rPr>
              <a:t>, </a:t>
            </a:r>
            <a:r>
              <a:rPr lang="en-US" altLang="en-US" dirty="0" smtClean="0">
                <a:latin typeface="+mn-lt"/>
              </a:rPr>
              <a:t>Date of </a:t>
            </a:r>
            <a:r>
              <a:rPr lang="en-US" altLang="en-US" dirty="0">
                <a:latin typeface="+mn-lt"/>
              </a:rPr>
              <a:t>exam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Second Normal Form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(2NF)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88597" y="2561371"/>
            <a:ext cx="5119255" cy="1191633"/>
          </a:xfrm>
          <a:prstGeom prst="roundRect">
            <a:avLst>
              <a:gd name="adj" fmla="val 7576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836084" y="2626962"/>
            <a:ext cx="2871006" cy="1141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tx1"/>
                </a:solidFill>
                <a:cs typeface="Arial Narrow" panose="020B0604020202020204" pitchFamily="34" charset="0"/>
              </a:rPr>
              <a:t>Split/Decompose the tables to remove partial dependencies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238167" y="3189282"/>
            <a:ext cx="38816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ight Brace 8"/>
          <p:cNvSpPr/>
          <p:nvPr/>
        </p:nvSpPr>
        <p:spPr>
          <a:xfrm>
            <a:off x="5704853" y="2561370"/>
            <a:ext cx="620521" cy="1191633"/>
          </a:xfrm>
          <a:prstGeom prst="rightBrace">
            <a:avLst/>
          </a:prstGeom>
          <a:ln w="28575">
            <a:solidFill>
              <a:srgbClr val="009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6461837" y="2272145"/>
            <a:ext cx="1598524" cy="14808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Partial Dependency with the Key attribute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4403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5938" y="776274"/>
            <a:ext cx="9545006" cy="3698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Second Normal Form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(2NF)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200860"/>
              </p:ext>
            </p:extLst>
          </p:nvPr>
        </p:nvGraphicFramePr>
        <p:xfrm>
          <a:off x="774659" y="1932114"/>
          <a:ext cx="5561400" cy="159154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43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6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887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/>
                        <a:t>Student#</a:t>
                      </a:r>
                      <a:endParaRPr lang="en-US" sz="2000" b="0" i="0" u="sng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Student_Name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Date Of</a:t>
                      </a:r>
                      <a:r>
                        <a:rPr lang="en-US" sz="2000" baseline="0" dirty="0"/>
                        <a:t> Birth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8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0101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Tim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11/4/1985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8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0102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Rob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10/04/1986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0103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Mary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marR="0" indent="0" algn="ctr" defTabSz="527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11/07/1985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34315"/>
              </p:ext>
            </p:extLst>
          </p:nvPr>
        </p:nvGraphicFramePr>
        <p:xfrm>
          <a:off x="1385456" y="4074031"/>
          <a:ext cx="10233313" cy="201611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69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7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6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5278">
                <a:tc>
                  <a:txBody>
                    <a:bodyPr/>
                    <a:lstStyle/>
                    <a:p>
                      <a:pPr algn="ctr"/>
                      <a:r>
                        <a:rPr lang="en-US" sz="2000" u="sng" kern="1200" dirty="0"/>
                        <a:t>Course#</a:t>
                      </a:r>
                      <a:endParaRPr lang="en-US" sz="2000" b="0" i="0" u="sng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/>
                        <a:t>CourseName</a:t>
                      </a:r>
                      <a:endParaRPr lang="en-US" sz="2000" b="0" i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/>
                        <a:t>Prerequisite</a:t>
                      </a:r>
                      <a:endParaRPr lang="en-US" sz="2000" b="0" i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/>
                        <a:t>Durationindays</a:t>
                      </a:r>
                      <a:endParaRPr lang="en-US" sz="2000" b="0" i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/>
                        <a:t>Date Of Exam</a:t>
                      </a:r>
                      <a:endParaRPr lang="en-US" sz="2000" b="0" i="0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436"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M1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 </a:t>
                      </a:r>
                      <a:r>
                        <a:rPr lang="en-US" sz="2000" baseline="0" dirty="0" smtClean="0"/>
                        <a:t>Math</a:t>
                      </a:r>
                      <a:endParaRPr kumimoji="0"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Basic Math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7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02/11/2015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202"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P</a:t>
                      </a:r>
                      <a:r>
                        <a:rPr lang="en-US" sz="2000" kern="1200" dirty="0" smtClean="0"/>
                        <a:t>4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Physics</a:t>
                      </a:r>
                      <a:endParaRPr kumimoji="0"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Basic Physics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 defTabSz="527975" rtl="0" eaLnBrk="1" latinLnBrk="0" hangingPunct="1">
                        <a:buNone/>
                      </a:pPr>
                      <a:r>
                        <a:rPr lang="en-US" sz="2000" kern="1200" dirty="0"/>
                        <a:t>8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 defTabSz="527975" rtl="0" eaLnBrk="1" latinLnBrk="0" hangingPunct="1">
                        <a:buNone/>
                      </a:pPr>
                      <a:r>
                        <a:rPr lang="en-US" sz="2000" kern="1200" dirty="0"/>
                        <a:t>21/11/2015 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202"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B3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 smtClean="0"/>
                        <a:t>Advance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dirty="0" smtClean="0"/>
                        <a:t>Biology</a:t>
                      </a:r>
                      <a:endParaRPr lang="en-US" sz="2000" baseline="0" dirty="0"/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Basic Biology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10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algn="ctr" defTabSz="527975" rtl="0" eaLnBrk="1" latinLnBrk="0" hangingPunct="1"/>
                      <a:r>
                        <a:rPr lang="en-US" sz="2000" kern="1200" dirty="0"/>
                        <a:t>12/11/2015</a:t>
                      </a:r>
                      <a:endParaRPr lang="en-US" sz="20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038139"/>
              </p:ext>
            </p:extLst>
          </p:nvPr>
        </p:nvGraphicFramePr>
        <p:xfrm>
          <a:off x="7042201" y="1931351"/>
          <a:ext cx="5034819" cy="159901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88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5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358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+mn-lt"/>
                        </a:rPr>
                        <a:t>Student#</a:t>
                      </a:r>
                      <a:endParaRPr lang="en-US" sz="2000" b="0" i="0" u="sng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>
                          <a:latin typeface="+mn-lt"/>
                        </a:rPr>
                        <a:t>Course#</a:t>
                      </a:r>
                      <a:endParaRPr lang="en-US" sz="2000" b="0" i="0" u="sng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Marks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Grade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8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0101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M1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82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>
                          <a:latin typeface="+mn-lt"/>
                        </a:rPr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8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0102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P</a:t>
                      </a:r>
                      <a:r>
                        <a:rPr lang="en-US" sz="2000" dirty="0" smtClean="0">
                          <a:latin typeface="+mn-lt"/>
                        </a:rPr>
                        <a:t>4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latin typeface="+mn-lt"/>
                        </a:rPr>
                        <a:t>89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2000" kern="1200" dirty="0">
                          <a:latin typeface="+mn-lt"/>
                        </a:rPr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8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0103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B3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62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>
                          <a:latin typeface="+mn-lt"/>
                        </a:rPr>
                        <a:t>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709193" y="1494196"/>
            <a:ext cx="2052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Arial Narrow" panose="020B0604020202020204" pitchFamily="34" charset="0"/>
              </a:rPr>
              <a:t>Result Table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4303" y="1494196"/>
            <a:ext cx="17276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Arial Narrow" panose="020B0604020202020204" pitchFamily="34" charset="0"/>
              </a:rPr>
              <a:t>Student Table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7050" y="3708165"/>
            <a:ext cx="2001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cs typeface="Arial Narrow" panose="020B0604020202020204" pitchFamily="34" charset="0"/>
              </a:rPr>
              <a:t>Course Table </a:t>
            </a:r>
          </a:p>
        </p:txBody>
      </p:sp>
    </p:spTree>
    <p:extLst>
      <p:ext uri="{BB962C8B-B14F-4D97-AF65-F5344CB8AC3E}">
        <p14:creationId xmlns:p14="http://schemas.microsoft.com/office/powerpoint/2010/main" val="2919276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Third Normal Form – (3NF)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144211" y="6356350"/>
            <a:ext cx="5911517" cy="365125"/>
          </a:xfrm>
        </p:spPr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1753284"/>
              </p:ext>
            </p:extLst>
          </p:nvPr>
        </p:nvGraphicFramePr>
        <p:xfrm>
          <a:off x="752910" y="1484313"/>
          <a:ext cx="3805236" cy="45562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58691" y="4409718"/>
            <a:ext cx="6192982" cy="194663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Ø"/>
              <a:defRPr sz="3200">
                <a:latin typeface="Helvetica LT Std Cond" panose="020B0506020202030204" pitchFamily="34" charset="0"/>
              </a:defRPr>
            </a:lvl1pPr>
          </a:lstStyle>
          <a:p>
            <a:pPr>
              <a:spcAft>
                <a:spcPts val="52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A relation R is said to be in 3NF if and only if:</a:t>
            </a:r>
          </a:p>
          <a:p>
            <a:pPr>
              <a:spcAft>
                <a:spcPts val="52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It is in 2NF.</a:t>
            </a:r>
          </a:p>
          <a:p>
            <a:pPr>
              <a:spcAft>
                <a:spcPts val="52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+mn-lt"/>
                <a:cs typeface="Arial Narrow" panose="020B0604020202020204" pitchFamily="34" charset="0"/>
              </a:rPr>
              <a:t>No transitive dependency exists between non-key attributes and key attributes through another non-key attribute.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430409" y="5355389"/>
            <a:ext cx="820463" cy="35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8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A4A8FBC-9EDC-49B6-A0FF-134758A6F0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B9897A4-1949-43E3-820D-F316E62B61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EE74E82-9B19-4FB0-A2C3-167288B7B5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889690C-FCE6-4ECC-BDF3-F3F5401F40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5E05D5E-50B2-4502-B313-51B797A19A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1DE44D4-E231-465F-98B3-CD1EF9BDE0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20FD29D-EE7B-4514-BD24-967376FD70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  <p:bldP spid="7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5938" y="765175"/>
            <a:ext cx="9545006" cy="3698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Third Normalization – (3NF)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993249" y="6354963"/>
            <a:ext cx="5911517" cy="365125"/>
          </a:xfrm>
        </p:spPr>
        <p:txBody>
          <a:bodyPr/>
          <a:lstStyle/>
          <a:p>
            <a:r>
              <a:rPr lang="en-US" sz="2000" smtClean="0"/>
              <a:t>DBMS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621719" y="6339369"/>
            <a:ext cx="1530927" cy="365125"/>
          </a:xfrm>
        </p:spPr>
        <p:txBody>
          <a:bodyPr/>
          <a:lstStyle/>
          <a:p>
            <a:fld id="{6A7BD299-4115-435C-9390-0BF281B3F2C8}" type="slidenum">
              <a:rPr lang="en-US" sz="2000" smtClean="0"/>
              <a:pPr/>
              <a:t>31</a:t>
            </a:fld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240944" y="1555462"/>
            <a:ext cx="1741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Result_table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47" y="3940393"/>
            <a:ext cx="4838039" cy="178510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pitchFamily="2" charset="2"/>
              <a:buChar char="Ø"/>
              <a:defRPr sz="3200">
                <a:latin typeface="Helvetica LT Std Cond" panose="020B0506020202030204" pitchFamily="34" charset="0"/>
              </a:defRPr>
            </a:lvl1pPr>
          </a:lstStyle>
          <a:p>
            <a:pPr marL="79178" lvl="2">
              <a:spcBef>
                <a:spcPct val="50000"/>
              </a:spcBef>
              <a:buClr>
                <a:srgbClr val="0070C0"/>
              </a:buClr>
              <a:buSzPct val="120000"/>
            </a:pPr>
            <a:r>
              <a:rPr lang="en-US" altLang="en-US" sz="2000" dirty="0"/>
              <a:t>Student# ,Course# → Marks</a:t>
            </a:r>
          </a:p>
          <a:p>
            <a:pPr marL="79178" lvl="2">
              <a:spcBef>
                <a:spcPct val="50000"/>
              </a:spcBef>
              <a:buClr>
                <a:srgbClr val="0070C0"/>
              </a:buClr>
              <a:buSzPct val="120000"/>
            </a:pPr>
            <a:r>
              <a:rPr lang="en-US" altLang="en-US" sz="2000" dirty="0"/>
              <a:t>Student#, Course# → Grade</a:t>
            </a:r>
          </a:p>
          <a:p>
            <a:pPr marL="79178" lvl="2">
              <a:spcBef>
                <a:spcPct val="50000"/>
              </a:spcBef>
              <a:buClr>
                <a:srgbClr val="0070C0"/>
              </a:buClr>
              <a:buSzPct val="120000"/>
            </a:pPr>
            <a:r>
              <a:rPr lang="en-US" altLang="en-US" sz="2000" dirty="0"/>
              <a:t>Marks → Grade</a:t>
            </a:r>
          </a:p>
          <a:p>
            <a:pPr marL="79178" lvl="2">
              <a:spcBef>
                <a:spcPct val="50000"/>
              </a:spcBef>
              <a:buClr>
                <a:srgbClr val="0070C0"/>
              </a:buClr>
              <a:buSzPct val="120000"/>
            </a:pPr>
            <a:r>
              <a:rPr lang="en-US" altLang="en-US" sz="2000" dirty="0"/>
              <a:t>Student#,Course#→ Marks→ Grade:TD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99" y="5308871"/>
            <a:ext cx="5367087" cy="494905"/>
          </a:xfrm>
          <a:prstGeom prst="roundRect">
            <a:avLst>
              <a:gd name="adj" fmla="val 7576"/>
            </a:avLst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7450683" y="5275731"/>
            <a:ext cx="1916421" cy="4846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cs typeface="Arial Narrow" panose="020B0604020202020204" pitchFamily="34" charset="0"/>
              </a:rPr>
              <a:t>Remove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701920"/>
              </p:ext>
            </p:extLst>
          </p:nvPr>
        </p:nvGraphicFramePr>
        <p:xfrm>
          <a:off x="2505156" y="2046647"/>
          <a:ext cx="5213513" cy="153591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38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961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Student#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Course#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Marks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Grade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6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M1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6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  <a:r>
                        <a:rPr lang="en-US" sz="2000" dirty="0" smtClean="0"/>
                        <a:t>4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89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0" lang="en-US" sz="2000" kern="12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6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B3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000" kern="1200" dirty="0"/>
                        <a:t>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V="1">
            <a:off x="6507397" y="5510981"/>
            <a:ext cx="600375" cy="1413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91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Third Normalization – (3NF)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613129" y="2131106"/>
            <a:ext cx="194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Arial Narrow" panose="020B0604020202020204" pitchFamily="34" charset="0"/>
              </a:rPr>
              <a:t>Result Table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197586"/>
              </p:ext>
            </p:extLst>
          </p:nvPr>
        </p:nvGraphicFramePr>
        <p:xfrm>
          <a:off x="1288954" y="2760316"/>
          <a:ext cx="4226151" cy="16891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3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85"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/>
                        <a:t>Student#</a:t>
                      </a:r>
                      <a:endParaRPr lang="en-US" sz="2000" b="0" i="0" u="sng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sng" dirty="0"/>
                        <a:t>Course#</a:t>
                      </a:r>
                      <a:endParaRPr lang="en-US" sz="2000" b="0" i="0" u="sng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Marks</a:t>
                      </a:r>
                      <a:endParaRPr lang="en-US" sz="2000" b="0" i="0" u="none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0101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M1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82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0102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</a:t>
                      </a:r>
                      <a:r>
                        <a:rPr lang="en-US" sz="2000" dirty="0" smtClean="0"/>
                        <a:t>4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89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0103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B3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62</a:t>
                      </a:r>
                      <a:endParaRPr lang="en-US" sz="2000" b="0" i="0" dirty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04434" y="2131106"/>
            <a:ext cx="2675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cs typeface="Arial Narrow" panose="020B0604020202020204" pitchFamily="34" charset="0"/>
              </a:rPr>
              <a:t>Marks Grade Table 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765106"/>
              </p:ext>
            </p:extLst>
          </p:nvPr>
        </p:nvGraphicFramePr>
        <p:xfrm>
          <a:off x="7738807" y="2799955"/>
          <a:ext cx="2663851" cy="16891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39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4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285"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Marks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u="none" dirty="0"/>
                        <a:t>Grade</a:t>
                      </a:r>
                      <a:endParaRPr lang="en-US" sz="2000" b="0" i="0" u="none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8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/>
                        <a:t>89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62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</a:t>
                      </a:r>
                      <a:endParaRPr lang="en-US" sz="2000" b="0" i="0" dirty="0">
                        <a:latin typeface="+mn-lt"/>
                        <a:cs typeface="Arial Narrow" panose="020B0604020202020204" pitchFamily="34" charset="0"/>
                      </a:endParaRPr>
                    </a:p>
                  </a:txBody>
                  <a:tcPr marL="79178" marR="79178" marT="39589" marB="3958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11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Normalization In Nutshell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2878" y="1539733"/>
            <a:ext cx="8497090" cy="470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0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7334308"/>
              </p:ext>
            </p:extLst>
          </p:nvPr>
        </p:nvGraphicFramePr>
        <p:xfrm>
          <a:off x="766763" y="1484313"/>
          <a:ext cx="10383838" cy="3892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91919">
                  <a:extLst>
                    <a:ext uri="{9D8B030D-6E8A-4147-A177-3AD203B41FA5}">
                      <a16:colId xmlns:a16="http://schemas.microsoft.com/office/drawing/2014/main" val="2419166753"/>
                    </a:ext>
                  </a:extLst>
                </a:gridCol>
                <a:gridCol w="5191919">
                  <a:extLst>
                    <a:ext uri="{9D8B030D-6E8A-4147-A177-3AD203B41FA5}">
                      <a16:colId xmlns:a16="http://schemas.microsoft.com/office/drawing/2014/main" val="3975018758"/>
                    </a:ext>
                  </a:extLst>
                </a:gridCol>
              </a:tblGrid>
              <a:tr h="46917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ADVANTAGES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 DISADVANTAGE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94632"/>
                  </a:ext>
                </a:extLst>
              </a:tr>
              <a:tr h="3423667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/>
                        <a:t>Based on mathematical foundation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/>
                        <a:t>Removes the redundancy to a large extent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/>
                        <a:t>After 3NF, data redundancy is minimized to the extent of foreign keys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/>
                        <a:t>Removes the anomalies present in INSERTs, UPDATEs and DELETEs</a:t>
                      </a:r>
                    </a:p>
                    <a:p>
                      <a:pPr algn="ctr"/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/>
                        <a:t>Data retrieval or SELECT operation performance will be severely affected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 smtClean="0"/>
                        <a:t>Normalization might not always represent real world scenarios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24304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Advantages And Disadvantages Of Normalization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90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 smtClean="0"/>
              <a:t>                                                                                                        THANK YOU</a:t>
            </a:r>
            <a:endParaRPr lang="en-IN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DBMS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A7BD299-4115-435C-9390-0BF281B3F2C8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25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17422</TotalTime>
  <Words>1494</Words>
  <Application>Microsoft Office PowerPoint</Application>
  <PresentationFormat>Widescreen</PresentationFormat>
  <Paragraphs>497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Arial Narrow</vt:lpstr>
      <vt:lpstr>Calibri</vt:lpstr>
      <vt:lpstr>Calibri Light</vt:lpstr>
      <vt:lpstr>Courier New</vt:lpstr>
      <vt:lpstr>Helvetica LT Std Cond</vt:lpstr>
      <vt:lpstr>Mangal</vt:lpstr>
      <vt:lpstr>Wingdings</vt:lpstr>
      <vt:lpstr>Office Theme</vt:lpstr>
      <vt:lpstr>Database Management System</vt:lpstr>
      <vt:lpstr>Table of Contents</vt:lpstr>
      <vt:lpstr>Introduction to Database</vt:lpstr>
      <vt:lpstr>What is Database?</vt:lpstr>
      <vt:lpstr>Types of Data Models</vt:lpstr>
      <vt:lpstr>E/R Diagram</vt:lpstr>
      <vt:lpstr>DBMS Operations</vt:lpstr>
      <vt:lpstr>Advantages of DBMS</vt:lpstr>
      <vt:lpstr>Introduction to RDBMS</vt:lpstr>
      <vt:lpstr>Features of RDBMS</vt:lpstr>
      <vt:lpstr>RDBMS VS TRADITIONAL APPROACH</vt:lpstr>
      <vt:lpstr>Normalization</vt:lpstr>
      <vt:lpstr>Normalization</vt:lpstr>
      <vt:lpstr>Normalization and Normal Forms</vt:lpstr>
      <vt:lpstr>Need for Normalization </vt:lpstr>
      <vt:lpstr>Need for Normalization </vt:lpstr>
      <vt:lpstr>Functional Dependency </vt:lpstr>
      <vt:lpstr>Functional Dependency </vt:lpstr>
      <vt:lpstr>Functional Dependency Types</vt:lpstr>
      <vt:lpstr>Functional Dependency Types</vt:lpstr>
      <vt:lpstr>Functional Dependency Types</vt:lpstr>
      <vt:lpstr>Normalization</vt:lpstr>
      <vt:lpstr> First Normal Form – (1NF)  </vt:lpstr>
      <vt:lpstr>First Normal Form – (1NF)</vt:lpstr>
      <vt:lpstr>First Normal Form - (1NF)</vt:lpstr>
      <vt:lpstr>Second Normal Form – (2NF)</vt:lpstr>
      <vt:lpstr>Second Normal Form – (2NF)</vt:lpstr>
      <vt:lpstr>Second Normal Form – (2NF)</vt:lpstr>
      <vt:lpstr>Second Normal Form – (2NF)</vt:lpstr>
      <vt:lpstr>Third Normal Form – (3NF)</vt:lpstr>
      <vt:lpstr>Third Normalization – (3NF)</vt:lpstr>
      <vt:lpstr>Third Normalization – (3NF)</vt:lpstr>
      <vt:lpstr>Normalization In Nutshell</vt:lpstr>
      <vt:lpstr>Advantages And Disadvantages Of Normalization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 USING ORACLE-Day-1</dc:title>
  <dc:creator>Shivani</dc:creator>
  <cp:lastModifiedBy>Dilip Kumar</cp:lastModifiedBy>
  <cp:revision>808</cp:revision>
  <dcterms:created xsi:type="dcterms:W3CDTF">2016-01-12T03:28:29Z</dcterms:created>
  <dcterms:modified xsi:type="dcterms:W3CDTF">2019-04-28T13:12:09Z</dcterms:modified>
</cp:coreProperties>
</file>