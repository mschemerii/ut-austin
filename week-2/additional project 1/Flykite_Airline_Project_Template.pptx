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ipAe/mL48tNmF3lTkb5PCGukJF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BDB4ED-282B-4DBD-B2B8-C3CA18FF0BB0}">
  <a:tblStyle styleId="{DDBDB4ED-282B-4DBD-B2B8-C3CA18FF0BB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4.xml"/><Relationship Id="rId33" Type="http://schemas.openxmlformats.org/officeDocument/2006/relationships/font" Target="fonts/NunitoExtraBold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ExtraBold-bold.fntdata"/><Relationship Id="rId13" Type="http://schemas.openxmlformats.org/officeDocument/2006/relationships/slide" Target="slides/slide6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5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8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7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{DDBDB4ED-282B-4DBD-B2B8-C3CA18FF0BB0}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26"/>
          <p:cNvPicPr preferRelativeResize="0"/>
          <p:nvPr/>
        </p:nvPicPr>
        <p:blipFill rotWithShape="1">
          <a:blip r:embed="rId2">
            <a:alphaModFix/>
          </a:blip>
          <a:srcRect b="19149" l="42816" r="37293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27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7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7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2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3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33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3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34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35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36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36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3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3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36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7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37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37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37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17"/>
          <p:cNvPicPr preferRelativeResize="0"/>
          <p:nvPr/>
        </p:nvPicPr>
        <p:blipFill rotWithShape="1">
          <a:blip r:embed="rId2">
            <a:alphaModFix/>
          </a:blip>
          <a:srcRect b="19147" l="42816" r="37293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17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0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40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4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4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4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43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{DDBDB4ED-282B-4DBD-B2B8-C3CA18FF0BB0}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4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4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4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4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4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403421" y="1718008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691799" y="1603467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 Answering using LLM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403421" y="2228202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2"/>
          <p:cNvSpPr txBox="1"/>
          <p:nvPr/>
        </p:nvSpPr>
        <p:spPr>
          <a:xfrm>
            <a:off x="691799" y="2113662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 for RAG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403421" y="2738397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691799" y="2623856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 Answering using RAG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403421" y="3248591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2"/>
          <p:cNvSpPr txBox="1"/>
          <p:nvPr/>
        </p:nvSpPr>
        <p:spPr>
          <a:xfrm>
            <a:off x="691799" y="31340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Actionable Insights and Business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403421" y="1207813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691799" y="1093273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actionable insights and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/>
        </p:nvSpPr>
        <p:spPr>
          <a:xfrm>
            <a:off x="401450" y="27896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p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LLM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691800" y="1686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answers to all the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03421" y="2252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691800" y="21434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model name and parameters used (temperature, max_tokens, etc.)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 txBox="1"/>
          <p:nvPr/>
        </p:nvSpPr>
        <p:spPr>
          <a:xfrm>
            <a:off x="325250" y="33992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" name="Google Shape;217;p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LLM with Prompt Engineering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03421" y="2404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691800" y="22958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03421" y="1490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691800" y="1381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system prompt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03421" y="1947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691800" y="1838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answers to all the provided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/>
          <p:nvPr/>
        </p:nvSpPr>
        <p:spPr>
          <a:xfrm>
            <a:off x="477650" y="4008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9" name="Google Shape;229;p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Preparation for RAG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796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768000" y="16862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parameters used to split the data (</a:t>
            </a:r>
            <a:r>
              <a:rPr b="1" i="1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chunk_overlap,chunk_size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796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7680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name of dataset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79621" y="2556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768000" y="2448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name of the embedding model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79621" y="2937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768000" y="28292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parameters used to define the RAG (</a:t>
            </a:r>
            <a:r>
              <a:rPr b="1" i="1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k, max_tokens, temperature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RAG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691800" y="2219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6918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system and user prompt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034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91800" y="1762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answers to all the provided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Background and Contents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data background and contents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(if needed)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